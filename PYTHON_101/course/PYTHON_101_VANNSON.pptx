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5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6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7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8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9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10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11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669" r:id="rId2"/>
    <p:sldMasterId id="2147483673" r:id="rId3"/>
    <p:sldMasterId id="2147483676" r:id="rId4"/>
    <p:sldMasterId id="2147483679" r:id="rId5"/>
    <p:sldMasterId id="2147483733" r:id="rId6"/>
    <p:sldMasterId id="2147483742" r:id="rId7"/>
    <p:sldMasterId id="2147483746" r:id="rId8"/>
    <p:sldMasterId id="2147483749" r:id="rId9"/>
    <p:sldMasterId id="2147483752" r:id="rId10"/>
    <p:sldMasterId id="2147483755" r:id="rId11"/>
    <p:sldMasterId id="2147483767" r:id="rId12"/>
  </p:sldMasterIdLst>
  <p:notesMasterIdLst>
    <p:notesMasterId r:id="rId107"/>
  </p:notesMasterIdLst>
  <p:handoutMasterIdLst>
    <p:handoutMasterId r:id="rId108"/>
  </p:handoutMasterIdLst>
  <p:sldIdLst>
    <p:sldId id="759" r:id="rId13"/>
    <p:sldId id="782" r:id="rId14"/>
    <p:sldId id="784" r:id="rId15"/>
    <p:sldId id="833" r:id="rId16"/>
    <p:sldId id="786" r:id="rId17"/>
    <p:sldId id="719" r:id="rId18"/>
    <p:sldId id="785" r:id="rId19"/>
    <p:sldId id="787" r:id="rId20"/>
    <p:sldId id="788" r:id="rId21"/>
    <p:sldId id="850" r:id="rId22"/>
    <p:sldId id="789" r:id="rId23"/>
    <p:sldId id="830" r:id="rId24"/>
    <p:sldId id="790" r:id="rId25"/>
    <p:sldId id="832" r:id="rId26"/>
    <p:sldId id="825" r:id="rId27"/>
    <p:sldId id="837" r:id="rId28"/>
    <p:sldId id="838" r:id="rId29"/>
    <p:sldId id="839" r:id="rId30"/>
    <p:sldId id="840" r:id="rId31"/>
    <p:sldId id="826" r:id="rId32"/>
    <p:sldId id="841" r:id="rId33"/>
    <p:sldId id="842" r:id="rId34"/>
    <p:sldId id="827" r:id="rId35"/>
    <p:sldId id="835" r:id="rId36"/>
    <p:sldId id="836" r:id="rId37"/>
    <p:sldId id="843" r:id="rId38"/>
    <p:sldId id="845" r:id="rId39"/>
    <p:sldId id="828" r:id="rId40"/>
    <p:sldId id="847" r:id="rId41"/>
    <p:sldId id="848" r:id="rId42"/>
    <p:sldId id="849" r:id="rId43"/>
    <p:sldId id="846" r:id="rId44"/>
    <p:sldId id="851" r:id="rId45"/>
    <p:sldId id="852" r:id="rId46"/>
    <p:sldId id="854" r:id="rId47"/>
    <p:sldId id="853" r:id="rId48"/>
    <p:sldId id="856" r:id="rId49"/>
    <p:sldId id="857" r:id="rId50"/>
    <p:sldId id="866" r:id="rId51"/>
    <p:sldId id="858" r:id="rId52"/>
    <p:sldId id="859" r:id="rId53"/>
    <p:sldId id="864" r:id="rId54"/>
    <p:sldId id="867" r:id="rId55"/>
    <p:sldId id="868" r:id="rId56"/>
    <p:sldId id="869" r:id="rId57"/>
    <p:sldId id="870" r:id="rId58"/>
    <p:sldId id="871" r:id="rId59"/>
    <p:sldId id="879" r:id="rId60"/>
    <p:sldId id="881" r:id="rId61"/>
    <p:sldId id="882" r:id="rId62"/>
    <p:sldId id="883" r:id="rId63"/>
    <p:sldId id="884" r:id="rId64"/>
    <p:sldId id="885" r:id="rId65"/>
    <p:sldId id="855" r:id="rId66"/>
    <p:sldId id="886" r:id="rId67"/>
    <p:sldId id="888" r:id="rId68"/>
    <p:sldId id="889" r:id="rId69"/>
    <p:sldId id="890" r:id="rId70"/>
    <p:sldId id="891" r:id="rId71"/>
    <p:sldId id="892" r:id="rId72"/>
    <p:sldId id="894" r:id="rId73"/>
    <p:sldId id="893" r:id="rId74"/>
    <p:sldId id="887" r:id="rId75"/>
    <p:sldId id="895" r:id="rId76"/>
    <p:sldId id="861" r:id="rId77"/>
    <p:sldId id="896" r:id="rId78"/>
    <p:sldId id="897" r:id="rId79"/>
    <p:sldId id="898" r:id="rId80"/>
    <p:sldId id="899" r:id="rId81"/>
    <p:sldId id="862" r:id="rId82"/>
    <p:sldId id="900" r:id="rId83"/>
    <p:sldId id="903" r:id="rId84"/>
    <p:sldId id="901" r:id="rId85"/>
    <p:sldId id="906" r:id="rId86"/>
    <p:sldId id="907" r:id="rId87"/>
    <p:sldId id="872" r:id="rId88"/>
    <p:sldId id="908" r:id="rId89"/>
    <p:sldId id="909" r:id="rId90"/>
    <p:sldId id="911" r:id="rId91"/>
    <p:sldId id="912" r:id="rId92"/>
    <p:sldId id="913" r:id="rId93"/>
    <p:sldId id="915" r:id="rId94"/>
    <p:sldId id="914" r:id="rId95"/>
    <p:sldId id="916" r:id="rId96"/>
    <p:sldId id="863" r:id="rId97"/>
    <p:sldId id="874" r:id="rId98"/>
    <p:sldId id="918" r:id="rId99"/>
    <p:sldId id="919" r:id="rId100"/>
    <p:sldId id="920" r:id="rId101"/>
    <p:sldId id="921" r:id="rId102"/>
    <p:sldId id="873" r:id="rId103"/>
    <p:sldId id="829" r:id="rId104"/>
    <p:sldId id="824" r:id="rId105"/>
    <p:sldId id="781" r:id="rId106"/>
  </p:sldIdLst>
  <p:sldSz cx="9144000" cy="6858000" type="screen4x3"/>
  <p:notesSz cx="6858000" cy="9144000"/>
  <p:defaultTextStyle>
    <a:defPPr>
      <a:defRPr lang="fr-FR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Style moye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144"/>
    <p:restoredTop sz="93878"/>
  </p:normalViewPr>
  <p:slideViewPr>
    <p:cSldViewPr snapToGrid="0" snapToObjects="1">
      <p:cViewPr varScale="1">
        <p:scale>
          <a:sx n="115" d="100"/>
          <a:sy n="115" d="100"/>
        </p:scale>
        <p:origin x="2608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4.xml"/><Relationship Id="rId21" Type="http://schemas.openxmlformats.org/officeDocument/2006/relationships/slide" Target="slides/slide9.xml"/><Relationship Id="rId42" Type="http://schemas.openxmlformats.org/officeDocument/2006/relationships/slide" Target="slides/slide30.xml"/><Relationship Id="rId47" Type="http://schemas.openxmlformats.org/officeDocument/2006/relationships/slide" Target="slides/slide35.xml"/><Relationship Id="rId63" Type="http://schemas.openxmlformats.org/officeDocument/2006/relationships/slide" Target="slides/slide51.xml"/><Relationship Id="rId68" Type="http://schemas.openxmlformats.org/officeDocument/2006/relationships/slide" Target="slides/slide56.xml"/><Relationship Id="rId84" Type="http://schemas.openxmlformats.org/officeDocument/2006/relationships/slide" Target="slides/slide72.xml"/><Relationship Id="rId89" Type="http://schemas.openxmlformats.org/officeDocument/2006/relationships/slide" Target="slides/slide77.xml"/><Relationship Id="rId112" Type="http://schemas.openxmlformats.org/officeDocument/2006/relationships/tableStyles" Target="tableStyles.xml"/><Relationship Id="rId16" Type="http://schemas.openxmlformats.org/officeDocument/2006/relationships/slide" Target="slides/slide4.xml"/><Relationship Id="rId107" Type="http://schemas.openxmlformats.org/officeDocument/2006/relationships/notesMaster" Target="notesMasters/notesMaster1.xml"/><Relationship Id="rId11" Type="http://schemas.openxmlformats.org/officeDocument/2006/relationships/slideMaster" Target="slideMasters/slideMaster11.xml"/><Relationship Id="rId32" Type="http://schemas.openxmlformats.org/officeDocument/2006/relationships/slide" Target="slides/slide20.xml"/><Relationship Id="rId37" Type="http://schemas.openxmlformats.org/officeDocument/2006/relationships/slide" Target="slides/slide25.xml"/><Relationship Id="rId53" Type="http://schemas.openxmlformats.org/officeDocument/2006/relationships/slide" Target="slides/slide41.xml"/><Relationship Id="rId58" Type="http://schemas.openxmlformats.org/officeDocument/2006/relationships/slide" Target="slides/slide46.xml"/><Relationship Id="rId74" Type="http://schemas.openxmlformats.org/officeDocument/2006/relationships/slide" Target="slides/slide62.xml"/><Relationship Id="rId79" Type="http://schemas.openxmlformats.org/officeDocument/2006/relationships/slide" Target="slides/slide67.xml"/><Relationship Id="rId102" Type="http://schemas.openxmlformats.org/officeDocument/2006/relationships/slide" Target="slides/slide90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78.xml"/><Relationship Id="rId95" Type="http://schemas.openxmlformats.org/officeDocument/2006/relationships/slide" Target="slides/slide83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43" Type="http://schemas.openxmlformats.org/officeDocument/2006/relationships/slide" Target="slides/slide31.xml"/><Relationship Id="rId48" Type="http://schemas.openxmlformats.org/officeDocument/2006/relationships/slide" Target="slides/slide36.xml"/><Relationship Id="rId64" Type="http://schemas.openxmlformats.org/officeDocument/2006/relationships/slide" Target="slides/slide52.xml"/><Relationship Id="rId69" Type="http://schemas.openxmlformats.org/officeDocument/2006/relationships/slide" Target="slides/slide57.xml"/><Relationship Id="rId80" Type="http://schemas.openxmlformats.org/officeDocument/2006/relationships/slide" Target="slides/slide68.xml"/><Relationship Id="rId85" Type="http://schemas.openxmlformats.org/officeDocument/2006/relationships/slide" Target="slides/slide7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33" Type="http://schemas.openxmlformats.org/officeDocument/2006/relationships/slide" Target="slides/slide21.xml"/><Relationship Id="rId38" Type="http://schemas.openxmlformats.org/officeDocument/2006/relationships/slide" Target="slides/slide26.xml"/><Relationship Id="rId59" Type="http://schemas.openxmlformats.org/officeDocument/2006/relationships/slide" Target="slides/slide47.xml"/><Relationship Id="rId103" Type="http://schemas.openxmlformats.org/officeDocument/2006/relationships/slide" Target="slides/slide91.xml"/><Relationship Id="rId108" Type="http://schemas.openxmlformats.org/officeDocument/2006/relationships/handoutMaster" Target="handoutMasters/handoutMaster1.xml"/><Relationship Id="rId54" Type="http://schemas.openxmlformats.org/officeDocument/2006/relationships/slide" Target="slides/slide42.xml"/><Relationship Id="rId70" Type="http://schemas.openxmlformats.org/officeDocument/2006/relationships/slide" Target="slides/slide58.xml"/><Relationship Id="rId75" Type="http://schemas.openxmlformats.org/officeDocument/2006/relationships/slide" Target="slides/slide63.xml"/><Relationship Id="rId91" Type="http://schemas.openxmlformats.org/officeDocument/2006/relationships/slide" Target="slides/slide79.xml"/><Relationship Id="rId96" Type="http://schemas.openxmlformats.org/officeDocument/2006/relationships/slide" Target="slides/slide8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slide" Target="slides/slide24.xml"/><Relationship Id="rId49" Type="http://schemas.openxmlformats.org/officeDocument/2006/relationships/slide" Target="slides/slide37.xml"/><Relationship Id="rId57" Type="http://schemas.openxmlformats.org/officeDocument/2006/relationships/slide" Target="slides/slide45.xml"/><Relationship Id="rId106" Type="http://schemas.openxmlformats.org/officeDocument/2006/relationships/slide" Target="slides/slide94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19.xml"/><Relationship Id="rId44" Type="http://schemas.openxmlformats.org/officeDocument/2006/relationships/slide" Target="slides/slide32.xml"/><Relationship Id="rId52" Type="http://schemas.openxmlformats.org/officeDocument/2006/relationships/slide" Target="slides/slide40.xml"/><Relationship Id="rId60" Type="http://schemas.openxmlformats.org/officeDocument/2006/relationships/slide" Target="slides/slide48.xml"/><Relationship Id="rId65" Type="http://schemas.openxmlformats.org/officeDocument/2006/relationships/slide" Target="slides/slide53.xml"/><Relationship Id="rId73" Type="http://schemas.openxmlformats.org/officeDocument/2006/relationships/slide" Target="slides/slide61.xml"/><Relationship Id="rId78" Type="http://schemas.openxmlformats.org/officeDocument/2006/relationships/slide" Target="slides/slide66.xml"/><Relationship Id="rId81" Type="http://schemas.openxmlformats.org/officeDocument/2006/relationships/slide" Target="slides/slide69.xml"/><Relationship Id="rId86" Type="http://schemas.openxmlformats.org/officeDocument/2006/relationships/slide" Target="slides/slide74.xml"/><Relationship Id="rId94" Type="http://schemas.openxmlformats.org/officeDocument/2006/relationships/slide" Target="slides/slide82.xml"/><Relationship Id="rId99" Type="http://schemas.openxmlformats.org/officeDocument/2006/relationships/slide" Target="slides/slide87.xml"/><Relationship Id="rId101" Type="http://schemas.openxmlformats.org/officeDocument/2006/relationships/slide" Target="slides/slide8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39" Type="http://schemas.openxmlformats.org/officeDocument/2006/relationships/slide" Target="slides/slide27.xml"/><Relationship Id="rId109" Type="http://schemas.openxmlformats.org/officeDocument/2006/relationships/presProps" Target="presProps.xml"/><Relationship Id="rId34" Type="http://schemas.openxmlformats.org/officeDocument/2006/relationships/slide" Target="slides/slide22.xml"/><Relationship Id="rId50" Type="http://schemas.openxmlformats.org/officeDocument/2006/relationships/slide" Target="slides/slide38.xml"/><Relationship Id="rId55" Type="http://schemas.openxmlformats.org/officeDocument/2006/relationships/slide" Target="slides/slide43.xml"/><Relationship Id="rId76" Type="http://schemas.openxmlformats.org/officeDocument/2006/relationships/slide" Target="slides/slide64.xml"/><Relationship Id="rId97" Type="http://schemas.openxmlformats.org/officeDocument/2006/relationships/slide" Target="slides/slide85.xml"/><Relationship Id="rId104" Type="http://schemas.openxmlformats.org/officeDocument/2006/relationships/slide" Target="slides/slide92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59.xml"/><Relationship Id="rId92" Type="http://schemas.openxmlformats.org/officeDocument/2006/relationships/slide" Target="slides/slide8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17.xml"/><Relationship Id="rId24" Type="http://schemas.openxmlformats.org/officeDocument/2006/relationships/slide" Target="slides/slide12.xml"/><Relationship Id="rId40" Type="http://schemas.openxmlformats.org/officeDocument/2006/relationships/slide" Target="slides/slide28.xml"/><Relationship Id="rId45" Type="http://schemas.openxmlformats.org/officeDocument/2006/relationships/slide" Target="slides/slide33.xml"/><Relationship Id="rId66" Type="http://schemas.openxmlformats.org/officeDocument/2006/relationships/slide" Target="slides/slide54.xml"/><Relationship Id="rId87" Type="http://schemas.openxmlformats.org/officeDocument/2006/relationships/slide" Target="slides/slide75.xml"/><Relationship Id="rId110" Type="http://schemas.openxmlformats.org/officeDocument/2006/relationships/viewProps" Target="viewProps.xml"/><Relationship Id="rId61" Type="http://schemas.openxmlformats.org/officeDocument/2006/relationships/slide" Target="slides/slide49.xml"/><Relationship Id="rId82" Type="http://schemas.openxmlformats.org/officeDocument/2006/relationships/slide" Target="slides/slide70.xml"/><Relationship Id="rId19" Type="http://schemas.openxmlformats.org/officeDocument/2006/relationships/slide" Target="slides/slide7.xml"/><Relationship Id="rId14" Type="http://schemas.openxmlformats.org/officeDocument/2006/relationships/slide" Target="slides/slide2.xml"/><Relationship Id="rId30" Type="http://schemas.openxmlformats.org/officeDocument/2006/relationships/slide" Target="slides/slide18.xml"/><Relationship Id="rId35" Type="http://schemas.openxmlformats.org/officeDocument/2006/relationships/slide" Target="slides/slide23.xml"/><Relationship Id="rId56" Type="http://schemas.openxmlformats.org/officeDocument/2006/relationships/slide" Target="slides/slide44.xml"/><Relationship Id="rId77" Type="http://schemas.openxmlformats.org/officeDocument/2006/relationships/slide" Target="slides/slide65.xml"/><Relationship Id="rId100" Type="http://schemas.openxmlformats.org/officeDocument/2006/relationships/slide" Target="slides/slide88.xml"/><Relationship Id="rId105" Type="http://schemas.openxmlformats.org/officeDocument/2006/relationships/slide" Target="slides/slide93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39.xml"/><Relationship Id="rId72" Type="http://schemas.openxmlformats.org/officeDocument/2006/relationships/slide" Target="slides/slide60.xml"/><Relationship Id="rId93" Type="http://schemas.openxmlformats.org/officeDocument/2006/relationships/slide" Target="slides/slide81.xml"/><Relationship Id="rId98" Type="http://schemas.openxmlformats.org/officeDocument/2006/relationships/slide" Target="slides/slide86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13.xml"/><Relationship Id="rId46" Type="http://schemas.openxmlformats.org/officeDocument/2006/relationships/slide" Target="slides/slide34.xml"/><Relationship Id="rId67" Type="http://schemas.openxmlformats.org/officeDocument/2006/relationships/slide" Target="slides/slide55.xml"/><Relationship Id="rId20" Type="http://schemas.openxmlformats.org/officeDocument/2006/relationships/slide" Target="slides/slide8.xml"/><Relationship Id="rId41" Type="http://schemas.openxmlformats.org/officeDocument/2006/relationships/slide" Target="slides/slide29.xml"/><Relationship Id="rId62" Type="http://schemas.openxmlformats.org/officeDocument/2006/relationships/slide" Target="slides/slide50.xml"/><Relationship Id="rId83" Type="http://schemas.openxmlformats.org/officeDocument/2006/relationships/slide" Target="slides/slide71.xml"/><Relationship Id="rId88" Type="http://schemas.openxmlformats.org/officeDocument/2006/relationships/slide" Target="slides/slide76.xml"/><Relationship Id="rId11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443A9ECB-19CC-B54E-0DE1-89173346938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4843B17-C105-91EE-8546-2FB63069AF8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F296AE1E-5E50-4840-981E-99CBFF0AFA2C}" type="datetime1">
              <a:rPr lang="fr-FR" altLang="fr-FR"/>
              <a:pPr>
                <a:defRPr/>
              </a:pPr>
              <a:t>14/10/2026</a:t>
            </a:fld>
            <a:endParaRPr lang="fr-FR" alt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B1A08E7-0932-AFF4-FECE-639F94E664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6DA8543-F122-9313-071C-AA8948E123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7660DDE2-9A39-9C42-AADE-4928E3300E56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B4FE2944-E54C-BA13-7FE4-F8B2D745D0F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C842EC6-6C17-8817-2882-A84A6FEAFCC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290A2407-FF9C-A240-8AA4-CC92D2D55434}" type="datetime1">
              <a:rPr lang="fr-FR" altLang="fr-FR"/>
              <a:pPr>
                <a:defRPr/>
              </a:pPr>
              <a:t>14/10/2026</a:t>
            </a:fld>
            <a:endParaRPr lang="fr-FR" altLang="fr-FR"/>
          </a:p>
        </p:txBody>
      </p:sp>
      <p:sp>
        <p:nvSpPr>
          <p:cNvPr id="4" name="Espace réservé de l'image des diapositives 3">
            <a:extLst>
              <a:ext uri="{FF2B5EF4-FFF2-40B4-BE49-F238E27FC236}">
                <a16:creationId xmlns:a16="http://schemas.microsoft.com/office/drawing/2014/main" id="{E50A5266-E09F-6A18-DE60-0A407602F0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>
            <a:extLst>
              <a:ext uri="{FF2B5EF4-FFF2-40B4-BE49-F238E27FC236}">
                <a16:creationId xmlns:a16="http://schemas.microsoft.com/office/drawing/2014/main" id="{29A298E4-B6E9-5E3C-B10C-3B989BF273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noProof="0"/>
              <a:t>Cliquez pour modifier les styles du texte du masque</a:t>
            </a:r>
          </a:p>
          <a:p>
            <a:pPr lvl="1"/>
            <a:r>
              <a:rPr lang="fr-FR" altLang="fr-FR" noProof="0"/>
              <a:t>Deuxième niveau</a:t>
            </a:r>
          </a:p>
          <a:p>
            <a:pPr lvl="2"/>
            <a:r>
              <a:rPr lang="fr-FR" altLang="fr-FR" noProof="0"/>
              <a:t>Troisième niveau</a:t>
            </a:r>
          </a:p>
          <a:p>
            <a:pPr lvl="3"/>
            <a:r>
              <a:rPr lang="fr-FR" altLang="fr-FR" noProof="0"/>
              <a:t>Quatrième niveau</a:t>
            </a:r>
          </a:p>
          <a:p>
            <a:pPr lvl="4"/>
            <a:r>
              <a:rPr lang="fr-FR" altLang="fr-FR" noProof="0"/>
              <a:t>Cinquième niveau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76DB0CF-9767-F43D-0DA2-4BEFFCCF43E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9EEA5CE-A8CB-4F58-E05E-711A40CB6F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5E4FC1D7-17C0-D147-B7D8-09B11F071F73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Espace réservé de l'image des diapositives 1">
            <a:extLst>
              <a:ext uri="{FF2B5EF4-FFF2-40B4-BE49-F238E27FC236}">
                <a16:creationId xmlns:a16="http://schemas.microsoft.com/office/drawing/2014/main" id="{68AB1104-9339-BF6B-EBCD-539C31BD6CC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6" name="Espace réservé des commentaires 2">
            <a:extLst>
              <a:ext uri="{FF2B5EF4-FFF2-40B4-BE49-F238E27FC236}">
                <a16:creationId xmlns:a16="http://schemas.microsoft.com/office/drawing/2014/main" id="{64F0C770-D437-1A6E-4584-E1F331BB829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fr-FR" altLang="fr-FR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691488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8670863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Espace réservé de l'image des diapositives 1">
            <a:extLst>
              <a:ext uri="{FF2B5EF4-FFF2-40B4-BE49-F238E27FC236}">
                <a16:creationId xmlns:a16="http://schemas.microsoft.com/office/drawing/2014/main" id="{52B57921-20F0-AF09-E50A-321868FCA5C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0" name="Espace réservé des commentaires 2">
            <a:extLst>
              <a:ext uri="{FF2B5EF4-FFF2-40B4-BE49-F238E27FC236}">
                <a16:creationId xmlns:a16="http://schemas.microsoft.com/office/drawing/2014/main" id="{E165B42E-5967-398E-5C8F-CA94D9C95B6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Espace réservé de l'image des diapositives 1">
            <a:extLst>
              <a:ext uri="{FF2B5EF4-FFF2-40B4-BE49-F238E27FC236}">
                <a16:creationId xmlns:a16="http://schemas.microsoft.com/office/drawing/2014/main" id="{52B57921-20F0-AF09-E50A-321868FCA5C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0" name="Espace réservé des commentaires 2">
            <a:extLst>
              <a:ext uri="{FF2B5EF4-FFF2-40B4-BE49-F238E27FC236}">
                <a16:creationId xmlns:a16="http://schemas.microsoft.com/office/drawing/2014/main" id="{E165B42E-5967-398E-5C8F-CA94D9C95B6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6287286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5304716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a student to answer each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4659121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6695678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388376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4956597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0478320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9479532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8794861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5525612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7613279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1007076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5968601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9675320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827696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1631052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0498528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9321464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0043422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5191376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4666529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28023985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544667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2320528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683361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7597642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57072862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50967323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42480398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28179405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38973566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1716666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81497108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02259153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01044638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05469588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77565710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76326347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52881139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02526674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40213694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07171605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51354351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83696478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70683442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66275882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57598637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55869621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24192473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8346951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67678592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54055784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23802832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92648722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66475632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27796714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50447398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72356101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29261168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19127071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81750339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34524320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78325506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62511067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Espace réservé de l'image des diapositives 1">
            <a:extLst>
              <a:ext uri="{FF2B5EF4-FFF2-40B4-BE49-F238E27FC236}">
                <a16:creationId xmlns:a16="http://schemas.microsoft.com/office/drawing/2014/main" id="{F3151C03-6BC8-3581-ED8C-B20FA16AE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Espace réservé des commentaires 2">
            <a:extLst>
              <a:ext uri="{FF2B5EF4-FFF2-40B4-BE49-F238E27FC236}">
                <a16:creationId xmlns:a16="http://schemas.microsoft.com/office/drawing/2014/main" id="{9DA237B3-C906-8649-880B-3725171D1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07802309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Espace réservé de l'image des diapositives 1">
            <a:extLst>
              <a:ext uri="{FF2B5EF4-FFF2-40B4-BE49-F238E27FC236}">
                <a16:creationId xmlns:a16="http://schemas.microsoft.com/office/drawing/2014/main" id="{88E5941D-19C3-5EDC-6760-508F45747D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5714" name="Espace réservé des commentaires 2">
            <a:extLst>
              <a:ext uri="{FF2B5EF4-FFF2-40B4-BE49-F238E27FC236}">
                <a16:creationId xmlns:a16="http://schemas.microsoft.com/office/drawing/2014/main" id="{2D502AE3-E98F-93D8-A6C1-17924768C14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Char char="-"/>
            </a:pPr>
            <a:r>
              <a:rPr lang="fr-FR" altLang="fr-FR"/>
              <a:t>Ik zal met plezier al uw vragen, in het Engels beantwoorden.</a:t>
            </a:r>
          </a:p>
        </p:txBody>
      </p:sp>
    </p:spTree>
    <p:extLst>
      <p:ext uri="{BB962C8B-B14F-4D97-AF65-F5344CB8AC3E}">
        <p14:creationId xmlns:p14="http://schemas.microsoft.com/office/powerpoint/2010/main" val="621730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8000"/>
              </a:buClr>
              <a:defRPr/>
            </a:lvl1pPr>
            <a:lvl2pPr>
              <a:buClr>
                <a:srgbClr val="008000"/>
              </a:buClr>
              <a:defRPr/>
            </a:lvl2pPr>
            <a:lvl4pPr>
              <a:buClr>
                <a:srgbClr val="008000"/>
              </a:buClr>
              <a:defRPr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01916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74663" y="1411200"/>
            <a:ext cx="4038600" cy="4826112"/>
          </a:xfrm>
        </p:spPr>
        <p:txBody>
          <a:bodyPr/>
          <a:lstStyle>
            <a:lvl1pPr>
              <a:buClr>
                <a:srgbClr val="008000"/>
              </a:buClr>
              <a:defRPr sz="2000"/>
            </a:lvl1pPr>
            <a:lvl2pPr>
              <a:buClr>
                <a:srgbClr val="008000"/>
              </a:buClr>
              <a:defRPr sz="1800"/>
            </a:lvl2pPr>
            <a:lvl3pPr>
              <a:defRPr sz="1600"/>
            </a:lvl3pPr>
            <a:lvl4pPr>
              <a:buClr>
                <a:srgbClr val="008000"/>
              </a:buCl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65663" y="1411200"/>
            <a:ext cx="4038600" cy="4826112"/>
          </a:xfrm>
        </p:spPr>
        <p:txBody>
          <a:bodyPr/>
          <a:lstStyle>
            <a:lvl1pPr>
              <a:buClr>
                <a:srgbClr val="008000"/>
              </a:buClr>
              <a:defRPr sz="2000"/>
            </a:lvl1pPr>
            <a:lvl2pPr>
              <a:buClr>
                <a:srgbClr val="008000"/>
              </a:buClr>
              <a:defRPr sz="1800"/>
            </a:lvl2pPr>
            <a:lvl3pPr>
              <a:defRPr sz="1600"/>
            </a:lvl3pPr>
            <a:lvl4pPr>
              <a:buClr>
                <a:srgbClr val="008000"/>
              </a:buClr>
              <a:defRPr sz="1400"/>
            </a:lvl4pPr>
            <a:lvl5pPr>
              <a:buClr>
                <a:srgbClr val="008000"/>
              </a:buCl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70284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02761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22E51A0B-9161-C8CB-C57E-73281308D93D}"/>
              </a:ext>
            </a:extLst>
          </p:cNvPr>
          <p:cNvSpPr txBox="1">
            <a:spLocks/>
          </p:cNvSpPr>
          <p:nvPr/>
        </p:nvSpPr>
        <p:spPr bwMode="auto">
          <a:xfrm>
            <a:off x="485775" y="354013"/>
            <a:ext cx="8229600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>
            <a:lvl1pPr algn="l" rtl="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+mj-lt"/>
                <a:ea typeface="MS PGothic" pitchFamily="34" charset="-128"/>
                <a:cs typeface="ＭＳ Ｐゴシック" charset="0"/>
              </a:defRPr>
            </a:lvl1pPr>
            <a:lvl2pPr algn="l" rtl="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2pPr>
            <a:lvl3pPr algn="l" rtl="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3pPr>
            <a:lvl4pPr algn="l" rtl="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4pPr>
            <a:lvl5pPr algn="l" rtl="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fr-FR"/>
              <a:t>Cliquez et modifiez le titre</a:t>
            </a:r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1196751"/>
            <a:ext cx="5486400" cy="353082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fr-FR" noProof="0"/>
              <a:t>Faire glisser l'image vers l'espace réservé ou cliquer sur l'icône pour l'ajouter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667831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re. Texte et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86000" y="352800"/>
            <a:ext cx="8229600" cy="585788"/>
          </a:xfrm>
        </p:spPr>
        <p:txBody>
          <a:bodyPr/>
          <a:lstStyle/>
          <a:p>
            <a:r>
              <a:rPr lang="fr-FR"/>
              <a:t>Cliquez et modifiez le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74663" y="1411200"/>
            <a:ext cx="4038600" cy="4826112"/>
          </a:xfrm>
        </p:spPr>
        <p:txBody>
          <a:bodyPr/>
          <a:lstStyle>
            <a:lvl1pPr>
              <a:buClr>
                <a:srgbClr val="008000"/>
              </a:buClr>
              <a:defRPr/>
            </a:lvl1pPr>
            <a:lvl2pPr>
              <a:buClr>
                <a:srgbClr val="008000"/>
              </a:buClr>
              <a:defRPr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665663" y="1411200"/>
            <a:ext cx="4038600" cy="4826112"/>
          </a:xfrm>
        </p:spPr>
        <p:txBody>
          <a:bodyPr/>
          <a:lstStyle>
            <a:lvl1pPr>
              <a:buClr>
                <a:srgbClr val="008000"/>
              </a:buClr>
              <a:defRPr/>
            </a:lvl1pPr>
            <a:lvl2pPr>
              <a:buClr>
                <a:srgbClr val="008000"/>
              </a:buClr>
              <a:defRPr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4312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re et contenu sur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85775" y="352800"/>
            <a:ext cx="8229600" cy="586800"/>
          </a:xfrm>
        </p:spPr>
        <p:txBody>
          <a:bodyPr/>
          <a:lstStyle/>
          <a:p>
            <a:r>
              <a:rPr lang="fr-FR"/>
              <a:t>Cliquez et modifiez le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74663" y="1411201"/>
            <a:ext cx="8229600" cy="223382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74663" y="3717925"/>
            <a:ext cx="8229600" cy="24479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810963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11E370-99E9-07AC-0415-F7873709163A}"/>
              </a:ext>
            </a:extLst>
          </p:cNvPr>
          <p:cNvSpPr txBox="1">
            <a:spLocks/>
          </p:cNvSpPr>
          <p:nvPr/>
        </p:nvSpPr>
        <p:spPr bwMode="auto">
          <a:xfrm>
            <a:off x="485775" y="352425"/>
            <a:ext cx="8229600" cy="58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>
            <a:lvl1pPr algn="l" rtl="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+mj-lt"/>
                <a:ea typeface="MS PGothic" pitchFamily="34" charset="-128"/>
                <a:cs typeface="ＭＳ Ｐゴシック" charset="0"/>
              </a:defRPr>
            </a:lvl1pPr>
            <a:lvl2pPr algn="l" rtl="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2pPr>
            <a:lvl3pPr algn="l" rtl="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3pPr>
            <a:lvl4pPr algn="l" rtl="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4pPr>
            <a:lvl5pPr algn="l" rtl="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fr-FR"/>
              <a:t>Cliquez et modifiez le titre</a:t>
            </a:r>
            <a:endParaRPr lang="fr-FR" dirty="0"/>
          </a:p>
        </p:txBody>
      </p:sp>
      <p:sp>
        <p:nvSpPr>
          <p:cNvPr id="101380" name="Espace réservé du titre 1"/>
          <p:cNvSpPr>
            <a:spLocks noGrp="1"/>
          </p:cNvSpPr>
          <p:nvPr>
            <p:ph type="ctrTitle"/>
          </p:nvPr>
        </p:nvSpPr>
        <p:spPr>
          <a:xfrm>
            <a:off x="1042988" y="1882775"/>
            <a:ext cx="7561262" cy="504825"/>
          </a:xfrm>
        </p:spPr>
        <p:txBody>
          <a:bodyPr/>
          <a:lstStyle>
            <a:lvl1pPr>
              <a:lnSpc>
                <a:spcPct val="90000"/>
              </a:lnSpc>
              <a:defRPr sz="3500"/>
            </a:lvl1pPr>
          </a:lstStyle>
          <a:p>
            <a:pPr lvl="0"/>
            <a:r>
              <a:rPr lang="fr-FR" noProof="0"/>
              <a:t>Cliquez et modifiez le titre</a:t>
            </a:r>
            <a:endParaRPr lang="en-GB" noProof="0"/>
          </a:p>
        </p:txBody>
      </p:sp>
      <p:sp>
        <p:nvSpPr>
          <p:cNvPr id="101381" name="Espace réservé du texte 2"/>
          <p:cNvSpPr>
            <a:spLocks noGrp="1"/>
          </p:cNvSpPr>
          <p:nvPr>
            <p:ph type="subTitle" idx="1"/>
          </p:nvPr>
        </p:nvSpPr>
        <p:spPr>
          <a:xfrm>
            <a:off x="1042988" y="2409825"/>
            <a:ext cx="7561262" cy="947738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ct val="0"/>
              </a:spcBef>
              <a:buFont typeface="Arial" charset="0"/>
              <a:buNone/>
              <a:defRPr sz="3500">
                <a:solidFill>
                  <a:srgbClr val="FF6600"/>
                </a:solidFill>
              </a:defRPr>
            </a:lvl1pPr>
          </a:lstStyle>
          <a:p>
            <a:pPr lvl="0"/>
            <a:r>
              <a:rPr lang="fr-FR" noProof="0"/>
              <a:t>Cliquez pour modifier le style des sous-titres du masque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638783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8E1351DE-ACDA-95E9-9716-FF3B8A14C6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BF6F5214-8700-8943-BC5D-835A16F55D6C}" type="datetime1">
              <a:rPr lang="fr-FR" altLang="fr-FR" smtClean="0"/>
              <a:t>14/10/2026</a:t>
            </a:fld>
            <a:endParaRPr lang="fr-FR" alt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E4D31408-6691-7A76-979A-9EC48D82A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6EBB7670-CB74-45B9-35BC-B43275029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82FE5720-7ADA-9644-A409-E796A065F75B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208229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>
            <a:extLst>
              <a:ext uri="{FF2B5EF4-FFF2-40B4-BE49-F238E27FC236}">
                <a16:creationId xmlns:a16="http://schemas.microsoft.com/office/drawing/2014/main" id="{46F7EF86-A038-36BD-6AAE-46A75B8D5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" y="2427288"/>
            <a:ext cx="8618538" cy="4048125"/>
          </a:xfrm>
          <a:prstGeom prst="rect">
            <a:avLst/>
          </a:prstGeom>
          <a:noFill/>
          <a:ln w="6350">
            <a:solidFill>
              <a:srgbClr val="008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fr-FR" altLang="fr-FR" sz="1800"/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0472E887-9452-7780-EEC9-7B5E74E8E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325" y="1916113"/>
            <a:ext cx="8594725" cy="2087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fr-FR" altLang="fr-FR" sz="1800"/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71C29D12-6752-70D6-5C07-32777DD45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1762125"/>
            <a:ext cx="8669337" cy="1954213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fr-FR" sz="1800">
              <a:solidFill>
                <a:srgbClr val="FFFFFF"/>
              </a:solidFill>
            </a:endParaRPr>
          </a:p>
        </p:txBody>
      </p:sp>
      <p:pic>
        <p:nvPicPr>
          <p:cNvPr id="5" name="Picture 1" descr="logo2.png">
            <a:extLst>
              <a:ext uri="{FF2B5EF4-FFF2-40B4-BE49-F238E27FC236}">
                <a16:creationId xmlns:a16="http://schemas.microsoft.com/office/drawing/2014/main" id="{AB1BF697-1CB2-739E-F5CC-CFDD1A4FB1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75463" y="115888"/>
            <a:ext cx="2162175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380" name="Espace réservé du titre 1"/>
          <p:cNvSpPr>
            <a:spLocks noGrp="1"/>
          </p:cNvSpPr>
          <p:nvPr>
            <p:ph type="ctrTitle"/>
          </p:nvPr>
        </p:nvSpPr>
        <p:spPr>
          <a:xfrm>
            <a:off x="1042988" y="1882775"/>
            <a:ext cx="7561262" cy="504825"/>
          </a:xfrm>
        </p:spPr>
        <p:txBody>
          <a:bodyPr/>
          <a:lstStyle>
            <a:lvl1pPr>
              <a:lnSpc>
                <a:spcPct val="90000"/>
              </a:lnSpc>
              <a:defRPr sz="3500"/>
            </a:lvl1pPr>
          </a:lstStyle>
          <a:p>
            <a:pPr lvl="0"/>
            <a:r>
              <a:rPr lang="fr-FR" noProof="0"/>
              <a:t>Cliquez et modifiez le titre</a:t>
            </a:r>
            <a:endParaRPr lang="en-GB" noProof="0"/>
          </a:p>
        </p:txBody>
      </p:sp>
      <p:sp>
        <p:nvSpPr>
          <p:cNvPr id="101381" name="Espace réservé du texte 2"/>
          <p:cNvSpPr>
            <a:spLocks noGrp="1"/>
          </p:cNvSpPr>
          <p:nvPr>
            <p:ph type="subTitle" idx="1"/>
          </p:nvPr>
        </p:nvSpPr>
        <p:spPr>
          <a:xfrm>
            <a:off x="1042988" y="2409825"/>
            <a:ext cx="7561262" cy="947738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ct val="0"/>
              </a:spcBef>
              <a:buFont typeface="Arial" charset="0"/>
              <a:buNone/>
              <a:defRPr sz="3500">
                <a:solidFill>
                  <a:srgbClr val="FF6600"/>
                </a:solidFill>
              </a:defRPr>
            </a:lvl1pPr>
          </a:lstStyle>
          <a:p>
            <a:pPr lvl="0"/>
            <a:r>
              <a:rPr lang="fr-FR" noProof="0"/>
              <a:t>Cliquez pour modifier le style des sous-titres du masque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33725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re et contenu sur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85775" y="352800"/>
            <a:ext cx="8229600" cy="586800"/>
          </a:xfrm>
        </p:spPr>
        <p:txBody>
          <a:bodyPr/>
          <a:lstStyle/>
          <a:p>
            <a:r>
              <a:rPr lang="fr-FR"/>
              <a:t>Cliquez et modifiez le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74663" y="1411201"/>
            <a:ext cx="8229600" cy="223382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74663" y="3717925"/>
            <a:ext cx="8229600" cy="24479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670100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>
            <a:extLst>
              <a:ext uri="{FF2B5EF4-FFF2-40B4-BE49-F238E27FC236}">
                <a16:creationId xmlns:a16="http://schemas.microsoft.com/office/drawing/2014/main" id="{D85D8AC6-1B3B-9E0D-D4CB-11AFABE1C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" y="2427288"/>
            <a:ext cx="8618538" cy="4048125"/>
          </a:xfrm>
          <a:prstGeom prst="rect">
            <a:avLst/>
          </a:prstGeom>
          <a:noFill/>
          <a:ln w="6350">
            <a:solidFill>
              <a:srgbClr val="008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fr-FR" altLang="fr-FR" sz="1800"/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2C7FA712-A6EA-1DB7-79A5-BEF98B53A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325" y="1916113"/>
            <a:ext cx="8594725" cy="2087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fr-FR" altLang="fr-FR" sz="1800"/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0C1EFD38-35EC-40F6-655F-40CB472A5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1762125"/>
            <a:ext cx="8669337" cy="1954213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fr-FR" sz="1800">
              <a:solidFill>
                <a:srgbClr val="FFFFFF"/>
              </a:solidFill>
            </a:endParaRPr>
          </a:p>
        </p:txBody>
      </p:sp>
      <p:pic>
        <p:nvPicPr>
          <p:cNvPr id="5" name="Picture 1" descr="logo2.png">
            <a:extLst>
              <a:ext uri="{FF2B5EF4-FFF2-40B4-BE49-F238E27FC236}">
                <a16:creationId xmlns:a16="http://schemas.microsoft.com/office/drawing/2014/main" id="{79FE4556-7CFD-ECBA-313C-079C6FB4C0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75463" y="115888"/>
            <a:ext cx="2162175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380" name="Espace réservé du titre 1"/>
          <p:cNvSpPr>
            <a:spLocks noGrp="1"/>
          </p:cNvSpPr>
          <p:nvPr>
            <p:ph type="ctrTitle"/>
          </p:nvPr>
        </p:nvSpPr>
        <p:spPr>
          <a:xfrm>
            <a:off x="1042988" y="1882775"/>
            <a:ext cx="7561262" cy="504825"/>
          </a:xfrm>
        </p:spPr>
        <p:txBody>
          <a:bodyPr/>
          <a:lstStyle>
            <a:lvl1pPr>
              <a:lnSpc>
                <a:spcPct val="90000"/>
              </a:lnSpc>
              <a:defRPr sz="3500"/>
            </a:lvl1pPr>
          </a:lstStyle>
          <a:p>
            <a:pPr lvl="0"/>
            <a:r>
              <a:rPr lang="fr-FR" noProof="0"/>
              <a:t>Cliquez et modifiez le titre</a:t>
            </a:r>
            <a:endParaRPr lang="en-GB" noProof="0"/>
          </a:p>
        </p:txBody>
      </p:sp>
      <p:sp>
        <p:nvSpPr>
          <p:cNvPr id="101381" name="Espace réservé du texte 2"/>
          <p:cNvSpPr>
            <a:spLocks noGrp="1"/>
          </p:cNvSpPr>
          <p:nvPr>
            <p:ph type="subTitle" idx="1"/>
          </p:nvPr>
        </p:nvSpPr>
        <p:spPr>
          <a:xfrm>
            <a:off x="1042988" y="2409825"/>
            <a:ext cx="7561262" cy="947738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ct val="0"/>
              </a:spcBef>
              <a:buFont typeface="Arial" charset="0"/>
              <a:buNone/>
              <a:defRPr sz="3500">
                <a:solidFill>
                  <a:srgbClr val="FF6600"/>
                </a:solidFill>
              </a:defRPr>
            </a:lvl1pPr>
          </a:lstStyle>
          <a:p>
            <a:pPr lvl="0"/>
            <a:r>
              <a:rPr lang="fr-FR" noProof="0"/>
              <a:t>Cliquez pour modifier le style des sous-titres du masque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580653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re et contenu sur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85775" y="352800"/>
            <a:ext cx="8229600" cy="586800"/>
          </a:xfrm>
        </p:spPr>
        <p:txBody>
          <a:bodyPr/>
          <a:lstStyle/>
          <a:p>
            <a:r>
              <a:rPr lang="fr-FR"/>
              <a:t>Cliquez et modifiez le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74663" y="1411201"/>
            <a:ext cx="8229600" cy="223382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74663" y="3717925"/>
            <a:ext cx="8229600" cy="24479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4702422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F837B4B7-7777-28BB-374D-31F7CDDC4B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CC7844F4-88E6-D146-A2E5-9B1C7C06A9B1}" type="datetime1">
              <a:rPr lang="fr-FR" altLang="fr-FR" smtClean="0"/>
              <a:t>14/10/2026</a:t>
            </a:fld>
            <a:endParaRPr lang="fr-FR" alt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1C10A460-C37E-5383-B16D-6C98F225D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Calibri" charset="0"/>
                <a:ea typeface="ＭＳ Ｐゴシック" charset="0"/>
              </a:defRPr>
            </a:lvl1pPr>
          </a:lstStyle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AC26BD3D-1EA5-5C9C-224F-5041490EC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AC039880-CA8F-204B-8523-A48CF16A7C60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8916619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>
            <a:extLst>
              <a:ext uri="{FF2B5EF4-FFF2-40B4-BE49-F238E27FC236}">
                <a16:creationId xmlns:a16="http://schemas.microsoft.com/office/drawing/2014/main" id="{3F3E5435-9E6C-5B15-7B75-31A7970DB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" y="2427288"/>
            <a:ext cx="8618538" cy="4048125"/>
          </a:xfrm>
          <a:prstGeom prst="rect">
            <a:avLst/>
          </a:prstGeom>
          <a:noFill/>
          <a:ln w="6350">
            <a:solidFill>
              <a:srgbClr val="008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fr-FR" altLang="fr-FR" sz="1800"/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E1059EF0-9A9A-4698-6956-EE62F0D9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325" y="1916113"/>
            <a:ext cx="8594725" cy="2087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fr-FR" altLang="fr-FR" sz="1800"/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37B8D744-B30E-BA78-1B45-1A67A54CD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1762125"/>
            <a:ext cx="8669337" cy="1954213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fr-FR" sz="1800">
              <a:solidFill>
                <a:srgbClr val="FFFFFF"/>
              </a:solidFill>
            </a:endParaRPr>
          </a:p>
        </p:txBody>
      </p:sp>
      <p:pic>
        <p:nvPicPr>
          <p:cNvPr id="5" name="Picture 1" descr="logo2.png">
            <a:extLst>
              <a:ext uri="{FF2B5EF4-FFF2-40B4-BE49-F238E27FC236}">
                <a16:creationId xmlns:a16="http://schemas.microsoft.com/office/drawing/2014/main" id="{CB261684-3EEF-6820-7CA3-2A423A2DC2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75463" y="115888"/>
            <a:ext cx="2162175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380" name="Espace réservé du titre 1"/>
          <p:cNvSpPr>
            <a:spLocks noGrp="1"/>
          </p:cNvSpPr>
          <p:nvPr>
            <p:ph type="ctrTitle"/>
          </p:nvPr>
        </p:nvSpPr>
        <p:spPr>
          <a:xfrm>
            <a:off x="1042988" y="1882775"/>
            <a:ext cx="7561262" cy="504825"/>
          </a:xfrm>
        </p:spPr>
        <p:txBody>
          <a:bodyPr/>
          <a:lstStyle>
            <a:lvl1pPr>
              <a:lnSpc>
                <a:spcPct val="90000"/>
              </a:lnSpc>
              <a:defRPr sz="3500"/>
            </a:lvl1pPr>
          </a:lstStyle>
          <a:p>
            <a:pPr lvl="0"/>
            <a:r>
              <a:rPr lang="fr-FR" noProof="0"/>
              <a:t>Cliquez et modifiez le titre</a:t>
            </a:r>
            <a:endParaRPr lang="en-GB" noProof="0"/>
          </a:p>
        </p:txBody>
      </p:sp>
      <p:sp>
        <p:nvSpPr>
          <p:cNvPr id="101381" name="Espace réservé du texte 2"/>
          <p:cNvSpPr>
            <a:spLocks noGrp="1"/>
          </p:cNvSpPr>
          <p:nvPr>
            <p:ph type="subTitle" idx="1"/>
          </p:nvPr>
        </p:nvSpPr>
        <p:spPr>
          <a:xfrm>
            <a:off x="1042988" y="2409825"/>
            <a:ext cx="7561262" cy="947738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ct val="0"/>
              </a:spcBef>
              <a:buFont typeface="Arial" charset="0"/>
              <a:buNone/>
              <a:defRPr sz="3500">
                <a:solidFill>
                  <a:srgbClr val="FF6600"/>
                </a:solidFill>
              </a:defRPr>
            </a:lvl1pPr>
          </a:lstStyle>
          <a:p>
            <a:pPr lvl="0"/>
            <a:r>
              <a:rPr lang="fr-FR" noProof="0"/>
              <a:t>Cliquez pour modifier le style des sous-titres du masque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8534024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re et contenu sur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85775" y="352800"/>
            <a:ext cx="8229600" cy="586800"/>
          </a:xfrm>
        </p:spPr>
        <p:txBody>
          <a:bodyPr/>
          <a:lstStyle/>
          <a:p>
            <a:r>
              <a:rPr lang="fr-FR"/>
              <a:t>Cliquez et modifiez le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74663" y="1411201"/>
            <a:ext cx="8229600" cy="223382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74663" y="3717925"/>
            <a:ext cx="8229600" cy="24479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9151708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A7A7CCBF-B58C-83C4-6CB1-3920DC10FC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2A6FF6BB-FEF7-AA46-80EF-31BC3257176F}" type="datetime1">
              <a:rPr lang="fr-FR" altLang="fr-FR" smtClean="0"/>
              <a:t>14/10/2026</a:t>
            </a:fld>
            <a:endParaRPr lang="fr-FR" alt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BD5A5926-40BE-15F6-353F-1ACB3D40A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Calibri" charset="0"/>
                <a:ea typeface="ＭＳ Ｐゴシック" charset="0"/>
              </a:defRPr>
            </a:lvl1pPr>
          </a:lstStyle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7B041BD2-01EB-66AF-0AFC-B86A8D264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A5B7071F-193C-1044-A7DC-8A40BE3CA3B6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0816087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>
            <a:extLst>
              <a:ext uri="{FF2B5EF4-FFF2-40B4-BE49-F238E27FC236}">
                <a16:creationId xmlns:a16="http://schemas.microsoft.com/office/drawing/2014/main" id="{B3DD59EF-0520-8AC8-C3B8-23F0D7C03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" y="2427288"/>
            <a:ext cx="8618538" cy="4048125"/>
          </a:xfrm>
          <a:prstGeom prst="rect">
            <a:avLst/>
          </a:prstGeom>
          <a:noFill/>
          <a:ln w="6350">
            <a:solidFill>
              <a:srgbClr val="008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fr-FR" altLang="fr-FR" sz="1800"/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CC947FA2-260F-80AB-B855-8A0305C3F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325" y="1916113"/>
            <a:ext cx="8594725" cy="2087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fr-FR" altLang="fr-FR" sz="1800"/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11564F4C-D392-20AB-4362-543B812BF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1762125"/>
            <a:ext cx="8669337" cy="1954213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fr-FR" sz="1800">
              <a:solidFill>
                <a:srgbClr val="FFFFFF"/>
              </a:solidFill>
            </a:endParaRPr>
          </a:p>
        </p:txBody>
      </p:sp>
      <p:pic>
        <p:nvPicPr>
          <p:cNvPr id="5" name="Picture 1" descr="logo2.png">
            <a:extLst>
              <a:ext uri="{FF2B5EF4-FFF2-40B4-BE49-F238E27FC236}">
                <a16:creationId xmlns:a16="http://schemas.microsoft.com/office/drawing/2014/main" id="{24938424-83C5-FCBD-121E-C04561F615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75463" y="115888"/>
            <a:ext cx="2162175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380" name="Espace réservé du titre 1"/>
          <p:cNvSpPr>
            <a:spLocks noGrp="1"/>
          </p:cNvSpPr>
          <p:nvPr>
            <p:ph type="ctrTitle"/>
          </p:nvPr>
        </p:nvSpPr>
        <p:spPr>
          <a:xfrm>
            <a:off x="1042988" y="1882775"/>
            <a:ext cx="7561262" cy="504825"/>
          </a:xfrm>
        </p:spPr>
        <p:txBody>
          <a:bodyPr/>
          <a:lstStyle>
            <a:lvl1pPr>
              <a:lnSpc>
                <a:spcPct val="90000"/>
              </a:lnSpc>
              <a:defRPr sz="3500"/>
            </a:lvl1pPr>
          </a:lstStyle>
          <a:p>
            <a:pPr lvl="0"/>
            <a:r>
              <a:rPr lang="fr-FR" noProof="0"/>
              <a:t>Cliquez et modifiez le titre</a:t>
            </a:r>
            <a:endParaRPr lang="en-GB" noProof="0"/>
          </a:p>
        </p:txBody>
      </p:sp>
      <p:sp>
        <p:nvSpPr>
          <p:cNvPr id="101381" name="Espace réservé du texte 2"/>
          <p:cNvSpPr>
            <a:spLocks noGrp="1"/>
          </p:cNvSpPr>
          <p:nvPr>
            <p:ph type="subTitle" idx="1"/>
          </p:nvPr>
        </p:nvSpPr>
        <p:spPr>
          <a:xfrm>
            <a:off x="1042988" y="2409825"/>
            <a:ext cx="7561262" cy="947738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ct val="0"/>
              </a:spcBef>
              <a:buFont typeface="Arial" charset="0"/>
              <a:buNone/>
              <a:defRPr sz="3500">
                <a:solidFill>
                  <a:srgbClr val="FF6600"/>
                </a:solidFill>
              </a:defRPr>
            </a:lvl1pPr>
          </a:lstStyle>
          <a:p>
            <a:pPr lvl="0"/>
            <a:r>
              <a:rPr lang="fr-FR" noProof="0"/>
              <a:t>Cliquez pour modifier le style des sous-titres du masque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2775764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re et contenu sur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85775" y="352800"/>
            <a:ext cx="8229600" cy="586800"/>
          </a:xfrm>
        </p:spPr>
        <p:txBody>
          <a:bodyPr/>
          <a:lstStyle/>
          <a:p>
            <a:r>
              <a:rPr lang="fr-FR"/>
              <a:t>Cliquez et modifiez le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74663" y="1411201"/>
            <a:ext cx="8229600" cy="223382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74663" y="3717925"/>
            <a:ext cx="8229600" cy="24479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0040953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9323A435-81DF-6E3C-3C91-C7573DD61E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DB661779-C7D1-CF4B-B39A-263D967217DE}" type="datetime1">
              <a:rPr lang="fr-FR" altLang="fr-FR" smtClean="0"/>
              <a:t>14/10/2026</a:t>
            </a:fld>
            <a:endParaRPr lang="fr-FR" alt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303FCE03-5F32-F9A2-B839-3E0B9D49D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Calibri" charset="0"/>
                <a:ea typeface="ＭＳ Ｐゴシック" charset="0"/>
              </a:defRPr>
            </a:lvl1pPr>
          </a:lstStyle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E9D3D62A-7C64-BB2E-3B8C-29557A92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484827E6-E959-3942-A608-B5F37FD05AA3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7071215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8000"/>
              </a:buClr>
              <a:defRPr/>
            </a:lvl1pPr>
            <a:lvl2pPr>
              <a:buClr>
                <a:srgbClr val="008000"/>
              </a:buClr>
              <a:defRPr/>
            </a:lvl2pPr>
            <a:lvl4pPr>
              <a:buClr>
                <a:srgbClr val="008000"/>
              </a:buClr>
              <a:defRPr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543016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74663" y="1411200"/>
            <a:ext cx="4038600" cy="4826112"/>
          </a:xfrm>
        </p:spPr>
        <p:txBody>
          <a:bodyPr/>
          <a:lstStyle>
            <a:lvl1pPr>
              <a:buClr>
                <a:srgbClr val="008000"/>
              </a:buClr>
              <a:defRPr sz="2000"/>
            </a:lvl1pPr>
            <a:lvl2pPr>
              <a:buClr>
                <a:srgbClr val="008000"/>
              </a:buClr>
              <a:defRPr sz="1800"/>
            </a:lvl2pPr>
            <a:lvl3pPr>
              <a:defRPr sz="1600"/>
            </a:lvl3pPr>
            <a:lvl4pPr>
              <a:buClr>
                <a:srgbClr val="008000"/>
              </a:buCl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65663" y="1411200"/>
            <a:ext cx="4038600" cy="4826112"/>
          </a:xfrm>
        </p:spPr>
        <p:txBody>
          <a:bodyPr/>
          <a:lstStyle>
            <a:lvl1pPr>
              <a:buClr>
                <a:srgbClr val="008000"/>
              </a:buClr>
              <a:defRPr sz="2000"/>
            </a:lvl1pPr>
            <a:lvl2pPr>
              <a:buClr>
                <a:srgbClr val="008000"/>
              </a:buClr>
              <a:defRPr sz="1800"/>
            </a:lvl2pPr>
            <a:lvl3pPr>
              <a:defRPr sz="1600"/>
            </a:lvl3pPr>
            <a:lvl4pPr>
              <a:buClr>
                <a:srgbClr val="008000"/>
              </a:buClr>
              <a:defRPr sz="1400"/>
            </a:lvl4pPr>
            <a:lvl5pPr>
              <a:buClr>
                <a:srgbClr val="008000"/>
              </a:buCl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931961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755053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64014A2B-9500-08D3-6416-B2B92F697145}"/>
              </a:ext>
            </a:extLst>
          </p:cNvPr>
          <p:cNvSpPr txBox="1">
            <a:spLocks/>
          </p:cNvSpPr>
          <p:nvPr/>
        </p:nvSpPr>
        <p:spPr bwMode="auto">
          <a:xfrm>
            <a:off x="485775" y="354013"/>
            <a:ext cx="8229600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>
            <a:lvl1pPr algn="l" rtl="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+mj-lt"/>
                <a:ea typeface="MS PGothic" pitchFamily="34" charset="-128"/>
                <a:cs typeface="ＭＳ Ｐゴシック" charset="0"/>
              </a:defRPr>
            </a:lvl1pPr>
            <a:lvl2pPr algn="l" rtl="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2pPr>
            <a:lvl3pPr algn="l" rtl="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3pPr>
            <a:lvl4pPr algn="l" rtl="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4pPr>
            <a:lvl5pPr algn="l" rtl="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fr-FR"/>
              <a:t>Cliquez et modifiez le titre</a:t>
            </a:r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1196751"/>
            <a:ext cx="5486400" cy="353082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fr-FR" noProof="0"/>
              <a:t>Faire glisser l'image vers l'espace réservé ou cliquer sur l'icône pour l'ajouter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2456584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re. Texte et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86000" y="352800"/>
            <a:ext cx="8229600" cy="585788"/>
          </a:xfrm>
        </p:spPr>
        <p:txBody>
          <a:bodyPr/>
          <a:lstStyle/>
          <a:p>
            <a:r>
              <a:rPr lang="fr-FR"/>
              <a:t>Cliquez et modifiez le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74663" y="1411200"/>
            <a:ext cx="4038600" cy="4826112"/>
          </a:xfrm>
        </p:spPr>
        <p:txBody>
          <a:bodyPr/>
          <a:lstStyle>
            <a:lvl1pPr>
              <a:buClr>
                <a:srgbClr val="008000"/>
              </a:buClr>
              <a:defRPr/>
            </a:lvl1pPr>
            <a:lvl2pPr>
              <a:buClr>
                <a:srgbClr val="008000"/>
              </a:buClr>
              <a:defRPr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665663" y="1411200"/>
            <a:ext cx="4038600" cy="4826112"/>
          </a:xfrm>
        </p:spPr>
        <p:txBody>
          <a:bodyPr/>
          <a:lstStyle>
            <a:lvl1pPr>
              <a:buClr>
                <a:srgbClr val="008000"/>
              </a:buClr>
              <a:defRPr/>
            </a:lvl1pPr>
            <a:lvl2pPr>
              <a:buClr>
                <a:srgbClr val="008000"/>
              </a:buClr>
              <a:defRPr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962255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re et contenu sur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85775" y="352800"/>
            <a:ext cx="8229600" cy="586800"/>
          </a:xfrm>
        </p:spPr>
        <p:txBody>
          <a:bodyPr/>
          <a:lstStyle/>
          <a:p>
            <a:r>
              <a:rPr lang="fr-FR"/>
              <a:t>Cliquez et modifiez le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74663" y="1411201"/>
            <a:ext cx="8229600" cy="223382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74663" y="3717925"/>
            <a:ext cx="8229600" cy="24479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260613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26326B-11DF-7569-D6B0-DBA8C4B8438B}"/>
              </a:ext>
            </a:extLst>
          </p:cNvPr>
          <p:cNvSpPr txBox="1">
            <a:spLocks/>
          </p:cNvSpPr>
          <p:nvPr/>
        </p:nvSpPr>
        <p:spPr bwMode="auto">
          <a:xfrm>
            <a:off x="485775" y="352425"/>
            <a:ext cx="8229600" cy="58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>
            <a:lvl1pPr algn="l" rtl="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+mj-lt"/>
                <a:ea typeface="MS PGothic" pitchFamily="34" charset="-128"/>
                <a:cs typeface="ＭＳ Ｐゴシック" charset="0"/>
              </a:defRPr>
            </a:lvl1pPr>
            <a:lvl2pPr algn="l" rtl="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2pPr>
            <a:lvl3pPr algn="l" rtl="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3pPr>
            <a:lvl4pPr algn="l" rtl="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4pPr>
            <a:lvl5pPr algn="l" rtl="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fr-FR"/>
              <a:t>Cliquez et modifiez le titre</a:t>
            </a:r>
            <a:endParaRPr lang="fr-FR" dirty="0"/>
          </a:p>
        </p:txBody>
      </p:sp>
      <p:sp>
        <p:nvSpPr>
          <p:cNvPr id="101380" name="Espace réservé du titre 1"/>
          <p:cNvSpPr>
            <a:spLocks noGrp="1"/>
          </p:cNvSpPr>
          <p:nvPr>
            <p:ph type="ctrTitle"/>
          </p:nvPr>
        </p:nvSpPr>
        <p:spPr>
          <a:xfrm>
            <a:off x="1042988" y="1882775"/>
            <a:ext cx="7561262" cy="504825"/>
          </a:xfrm>
        </p:spPr>
        <p:txBody>
          <a:bodyPr/>
          <a:lstStyle>
            <a:lvl1pPr>
              <a:lnSpc>
                <a:spcPct val="90000"/>
              </a:lnSpc>
              <a:defRPr sz="3500"/>
            </a:lvl1pPr>
          </a:lstStyle>
          <a:p>
            <a:pPr lvl="0"/>
            <a:r>
              <a:rPr lang="fr-FR" noProof="0"/>
              <a:t>Cliquez et modifiez le titre</a:t>
            </a:r>
            <a:endParaRPr lang="en-GB" noProof="0"/>
          </a:p>
        </p:txBody>
      </p:sp>
      <p:sp>
        <p:nvSpPr>
          <p:cNvPr id="101381" name="Espace réservé du texte 2"/>
          <p:cNvSpPr>
            <a:spLocks noGrp="1"/>
          </p:cNvSpPr>
          <p:nvPr>
            <p:ph type="subTitle" idx="1"/>
          </p:nvPr>
        </p:nvSpPr>
        <p:spPr>
          <a:xfrm>
            <a:off x="1042988" y="2409825"/>
            <a:ext cx="7561262" cy="947738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ct val="0"/>
              </a:spcBef>
              <a:buFont typeface="Arial" charset="0"/>
              <a:buNone/>
              <a:defRPr sz="3500">
                <a:solidFill>
                  <a:srgbClr val="FF6600"/>
                </a:solidFill>
              </a:defRPr>
            </a:lvl1pPr>
          </a:lstStyle>
          <a:p>
            <a:pPr lvl="0"/>
            <a:r>
              <a:rPr lang="fr-FR" noProof="0"/>
              <a:t>Cliquez pour modifier le style des sous-titres du masque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7330387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53F73712-3287-CCCC-BDD4-07E74F3AB6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E324B39E-4E01-4240-AE65-2401ADF4E87D}" type="datetime1">
              <a:rPr lang="fr-FR" altLang="fr-FR" smtClean="0"/>
              <a:t>14/10/2026</a:t>
            </a:fld>
            <a:endParaRPr lang="fr-FR" alt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090F4465-12D5-1B8B-437D-21FEC1419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BDCE3F2C-5007-D95A-C4DB-1AD29EB0D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31B4EA0E-EC73-4A43-B501-2B2E86DD20A0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67372842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>
            <a:extLst>
              <a:ext uri="{FF2B5EF4-FFF2-40B4-BE49-F238E27FC236}">
                <a16:creationId xmlns:a16="http://schemas.microsoft.com/office/drawing/2014/main" id="{8A0A5E9B-8847-0195-B91C-8053E989E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" y="2427288"/>
            <a:ext cx="8618538" cy="4048125"/>
          </a:xfrm>
          <a:prstGeom prst="rect">
            <a:avLst/>
          </a:prstGeom>
          <a:noFill/>
          <a:ln w="6350">
            <a:solidFill>
              <a:srgbClr val="008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fr-FR" altLang="fr-FR" sz="1800"/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FDA4D26B-41BC-A405-6508-93CA0414B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325" y="1916113"/>
            <a:ext cx="8594725" cy="2087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fr-FR" altLang="fr-FR" sz="1800"/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BCDE5DE1-EFC8-A4EF-7476-4758DF5D0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1762125"/>
            <a:ext cx="8669337" cy="1954213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fr-FR" sz="1800">
              <a:solidFill>
                <a:srgbClr val="FFFFFF"/>
              </a:solidFill>
            </a:endParaRPr>
          </a:p>
        </p:txBody>
      </p:sp>
      <p:pic>
        <p:nvPicPr>
          <p:cNvPr id="5" name="Picture 1" descr="logo2.png">
            <a:extLst>
              <a:ext uri="{FF2B5EF4-FFF2-40B4-BE49-F238E27FC236}">
                <a16:creationId xmlns:a16="http://schemas.microsoft.com/office/drawing/2014/main" id="{5C2BCAEA-1874-A083-7DDA-6593A72914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75463" y="115888"/>
            <a:ext cx="2162175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380" name="Espace réservé du titre 1"/>
          <p:cNvSpPr>
            <a:spLocks noGrp="1"/>
          </p:cNvSpPr>
          <p:nvPr>
            <p:ph type="ctrTitle"/>
          </p:nvPr>
        </p:nvSpPr>
        <p:spPr>
          <a:xfrm>
            <a:off x="1042988" y="1882775"/>
            <a:ext cx="7561262" cy="504825"/>
          </a:xfrm>
        </p:spPr>
        <p:txBody>
          <a:bodyPr/>
          <a:lstStyle>
            <a:lvl1pPr>
              <a:lnSpc>
                <a:spcPct val="90000"/>
              </a:lnSpc>
              <a:defRPr sz="3500"/>
            </a:lvl1pPr>
          </a:lstStyle>
          <a:p>
            <a:pPr lvl="0"/>
            <a:r>
              <a:rPr lang="fr-FR" noProof="0"/>
              <a:t>Cliquez et modifiez le titre</a:t>
            </a:r>
            <a:endParaRPr lang="en-GB" noProof="0"/>
          </a:p>
        </p:txBody>
      </p:sp>
      <p:sp>
        <p:nvSpPr>
          <p:cNvPr id="101381" name="Espace réservé du texte 2"/>
          <p:cNvSpPr>
            <a:spLocks noGrp="1"/>
          </p:cNvSpPr>
          <p:nvPr>
            <p:ph type="subTitle" idx="1"/>
          </p:nvPr>
        </p:nvSpPr>
        <p:spPr>
          <a:xfrm>
            <a:off x="1042988" y="2409825"/>
            <a:ext cx="7561262" cy="947738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ct val="0"/>
              </a:spcBef>
              <a:buFont typeface="Arial" charset="0"/>
              <a:buNone/>
              <a:defRPr sz="3500">
                <a:solidFill>
                  <a:srgbClr val="FF6600"/>
                </a:solidFill>
              </a:defRPr>
            </a:lvl1pPr>
          </a:lstStyle>
          <a:p>
            <a:pPr lvl="0"/>
            <a:r>
              <a:rPr lang="fr-FR" noProof="0"/>
              <a:t>Cliquez pour modifier le style des sous-titres du masque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5112650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re et contenu sur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85775" y="352800"/>
            <a:ext cx="8229600" cy="586800"/>
          </a:xfrm>
        </p:spPr>
        <p:txBody>
          <a:bodyPr/>
          <a:lstStyle/>
          <a:p>
            <a:r>
              <a:rPr lang="fr-FR"/>
              <a:t>Cliquez et modifiez le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74663" y="1411201"/>
            <a:ext cx="8229600" cy="223382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74663" y="3717925"/>
            <a:ext cx="8229600" cy="24479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7098278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5F067E25-0B24-AD39-C745-C48A51A61A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E9B1309C-73F8-8A44-B52F-0D5CBDAE4630}" type="datetime1">
              <a:rPr lang="fr-FR" altLang="fr-FR" smtClean="0"/>
              <a:t>14/10/2026</a:t>
            </a:fld>
            <a:endParaRPr lang="fr-FR" alt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1B7D8350-8E8B-EF83-D1BF-07443EED4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Calibri" charset="0"/>
                <a:ea typeface="ＭＳ Ｐゴシック" charset="0"/>
              </a:defRPr>
            </a:lvl1pPr>
          </a:lstStyle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315BC874-5FD5-AABD-0D09-B2919809D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044D19C1-8DD9-2A49-82D2-25B90B2B1923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6456753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>
            <a:extLst>
              <a:ext uri="{FF2B5EF4-FFF2-40B4-BE49-F238E27FC236}">
                <a16:creationId xmlns:a16="http://schemas.microsoft.com/office/drawing/2014/main" id="{98634040-1A1B-032F-0DCC-9AFDBAE38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" y="2427288"/>
            <a:ext cx="8618538" cy="4048125"/>
          </a:xfrm>
          <a:prstGeom prst="rect">
            <a:avLst/>
          </a:prstGeom>
          <a:noFill/>
          <a:ln w="6350">
            <a:solidFill>
              <a:srgbClr val="008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fr-FR" altLang="fr-FR" sz="1800"/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8E44055B-29E3-4FA7-B6F9-330FD1CC6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325" y="1916113"/>
            <a:ext cx="8594725" cy="2087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fr-FR" altLang="fr-FR" sz="1800"/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158835F1-9388-9037-5A65-FC8A5DAC9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1762125"/>
            <a:ext cx="8669337" cy="1954213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fr-FR" sz="1800">
              <a:solidFill>
                <a:srgbClr val="FFFFFF"/>
              </a:solidFill>
            </a:endParaRPr>
          </a:p>
        </p:txBody>
      </p:sp>
      <p:pic>
        <p:nvPicPr>
          <p:cNvPr id="5" name="Picture 1" descr="logo2.png">
            <a:extLst>
              <a:ext uri="{FF2B5EF4-FFF2-40B4-BE49-F238E27FC236}">
                <a16:creationId xmlns:a16="http://schemas.microsoft.com/office/drawing/2014/main" id="{0F2ED131-D238-E4D4-C2CB-7D48C72892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75463" y="115888"/>
            <a:ext cx="2162175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380" name="Espace réservé du titre 1"/>
          <p:cNvSpPr>
            <a:spLocks noGrp="1"/>
          </p:cNvSpPr>
          <p:nvPr>
            <p:ph type="ctrTitle"/>
          </p:nvPr>
        </p:nvSpPr>
        <p:spPr>
          <a:xfrm>
            <a:off x="1042988" y="1882775"/>
            <a:ext cx="7561262" cy="504825"/>
          </a:xfrm>
        </p:spPr>
        <p:txBody>
          <a:bodyPr/>
          <a:lstStyle>
            <a:lvl1pPr>
              <a:lnSpc>
                <a:spcPct val="90000"/>
              </a:lnSpc>
              <a:defRPr sz="3500"/>
            </a:lvl1pPr>
          </a:lstStyle>
          <a:p>
            <a:pPr lvl="0"/>
            <a:r>
              <a:rPr lang="fr-FR" noProof="0"/>
              <a:t>Cliquez et modifiez le titre</a:t>
            </a:r>
            <a:endParaRPr lang="en-GB" noProof="0"/>
          </a:p>
        </p:txBody>
      </p:sp>
      <p:sp>
        <p:nvSpPr>
          <p:cNvPr id="101381" name="Espace réservé du texte 2"/>
          <p:cNvSpPr>
            <a:spLocks noGrp="1"/>
          </p:cNvSpPr>
          <p:nvPr>
            <p:ph type="subTitle" idx="1"/>
          </p:nvPr>
        </p:nvSpPr>
        <p:spPr>
          <a:xfrm>
            <a:off x="1042988" y="2409825"/>
            <a:ext cx="7561262" cy="947738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ct val="0"/>
              </a:spcBef>
              <a:buFont typeface="Arial" charset="0"/>
              <a:buNone/>
              <a:defRPr sz="3500">
                <a:solidFill>
                  <a:srgbClr val="FF6600"/>
                </a:solidFill>
              </a:defRPr>
            </a:lvl1pPr>
          </a:lstStyle>
          <a:p>
            <a:pPr lvl="0"/>
            <a:r>
              <a:rPr lang="fr-FR" noProof="0"/>
              <a:t>Cliquez pour modifier le style des sous-titres du masque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74803581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re et contenu sur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85775" y="352800"/>
            <a:ext cx="8229600" cy="586800"/>
          </a:xfrm>
        </p:spPr>
        <p:txBody>
          <a:bodyPr/>
          <a:lstStyle/>
          <a:p>
            <a:r>
              <a:rPr lang="fr-FR"/>
              <a:t>Cliquez et modifiez le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74663" y="1411201"/>
            <a:ext cx="8229600" cy="223382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74663" y="3717925"/>
            <a:ext cx="8229600" cy="24479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70522542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>
            <a:extLst>
              <a:ext uri="{FF2B5EF4-FFF2-40B4-BE49-F238E27FC236}">
                <a16:creationId xmlns:a16="http://schemas.microsoft.com/office/drawing/2014/main" id="{ACBA656F-6394-7741-3954-F789AD62B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" y="2427288"/>
            <a:ext cx="8618538" cy="4048125"/>
          </a:xfrm>
          <a:prstGeom prst="rect">
            <a:avLst/>
          </a:prstGeom>
          <a:noFill/>
          <a:ln w="6350">
            <a:solidFill>
              <a:srgbClr val="008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fr-FR" altLang="fr-FR" sz="1800"/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15C6CE8-DF50-1877-A016-99F2BB1FB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325" y="1916113"/>
            <a:ext cx="8594725" cy="2087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fr-FR" altLang="fr-FR" sz="1800"/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8F6D6395-F8DE-313C-75FD-29EC5331D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1762125"/>
            <a:ext cx="8669337" cy="1954213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fr-FR" sz="1800">
              <a:solidFill>
                <a:srgbClr val="FFFFFF"/>
              </a:solidFill>
            </a:endParaRPr>
          </a:p>
        </p:txBody>
      </p:sp>
      <p:pic>
        <p:nvPicPr>
          <p:cNvPr id="5" name="Picture 1" descr="logo2.png">
            <a:extLst>
              <a:ext uri="{FF2B5EF4-FFF2-40B4-BE49-F238E27FC236}">
                <a16:creationId xmlns:a16="http://schemas.microsoft.com/office/drawing/2014/main" id="{9B3906AD-801F-3F58-EEED-037C9F6519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75463" y="115888"/>
            <a:ext cx="2162175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380" name="Espace réservé du titre 1"/>
          <p:cNvSpPr>
            <a:spLocks noGrp="1"/>
          </p:cNvSpPr>
          <p:nvPr>
            <p:ph type="ctrTitle"/>
          </p:nvPr>
        </p:nvSpPr>
        <p:spPr>
          <a:xfrm>
            <a:off x="1042988" y="1882775"/>
            <a:ext cx="7561262" cy="504825"/>
          </a:xfrm>
        </p:spPr>
        <p:txBody>
          <a:bodyPr/>
          <a:lstStyle>
            <a:lvl1pPr>
              <a:lnSpc>
                <a:spcPct val="90000"/>
              </a:lnSpc>
              <a:defRPr sz="3500"/>
            </a:lvl1pPr>
          </a:lstStyle>
          <a:p>
            <a:pPr lvl="0"/>
            <a:r>
              <a:rPr lang="fr-FR" noProof="0"/>
              <a:t>Cliquez et modifiez le titre</a:t>
            </a:r>
            <a:endParaRPr lang="en-GB" noProof="0"/>
          </a:p>
        </p:txBody>
      </p:sp>
      <p:sp>
        <p:nvSpPr>
          <p:cNvPr id="101381" name="Espace réservé du texte 2"/>
          <p:cNvSpPr>
            <a:spLocks noGrp="1"/>
          </p:cNvSpPr>
          <p:nvPr>
            <p:ph type="subTitle" idx="1"/>
          </p:nvPr>
        </p:nvSpPr>
        <p:spPr>
          <a:xfrm>
            <a:off x="1042988" y="2409825"/>
            <a:ext cx="7561262" cy="947738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ct val="0"/>
              </a:spcBef>
              <a:buFont typeface="Arial" charset="0"/>
              <a:buNone/>
              <a:defRPr sz="3500">
                <a:solidFill>
                  <a:srgbClr val="FF6600"/>
                </a:solidFill>
              </a:defRPr>
            </a:lvl1pPr>
          </a:lstStyle>
          <a:p>
            <a:pPr lvl="0"/>
            <a:r>
              <a:rPr lang="fr-FR" noProof="0"/>
              <a:t>Cliquez pour modifier le style des sous-titres du masque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5725834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re et contenu sur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85775" y="352800"/>
            <a:ext cx="8229600" cy="586800"/>
          </a:xfrm>
        </p:spPr>
        <p:txBody>
          <a:bodyPr/>
          <a:lstStyle/>
          <a:p>
            <a:r>
              <a:rPr lang="fr-FR"/>
              <a:t>Cliquez et modifiez le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74663" y="1411201"/>
            <a:ext cx="8229600" cy="223382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74663" y="3717925"/>
            <a:ext cx="8229600" cy="24479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342056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>
            <a:extLst>
              <a:ext uri="{FF2B5EF4-FFF2-40B4-BE49-F238E27FC236}">
                <a16:creationId xmlns:a16="http://schemas.microsoft.com/office/drawing/2014/main" id="{75EAE024-D7DF-36FE-C6AB-7C859E7AE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" y="2427288"/>
            <a:ext cx="8618538" cy="4048125"/>
          </a:xfrm>
          <a:prstGeom prst="rect">
            <a:avLst/>
          </a:prstGeom>
          <a:noFill/>
          <a:ln w="6350">
            <a:solidFill>
              <a:srgbClr val="008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fr-FR" altLang="fr-FR" sz="1800"/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898298AD-0DCE-C2C1-D83F-F7F3429F4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325" y="1916113"/>
            <a:ext cx="8594725" cy="2087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fr-FR" altLang="fr-FR" sz="1800"/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3025BC14-F9F8-6032-26DE-EB005B436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1762125"/>
            <a:ext cx="8669337" cy="1954213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fr-FR" sz="1800">
              <a:solidFill>
                <a:srgbClr val="FFFFFF"/>
              </a:solidFill>
            </a:endParaRPr>
          </a:p>
        </p:txBody>
      </p:sp>
      <p:pic>
        <p:nvPicPr>
          <p:cNvPr id="5" name="Picture 1" descr="logo2.png">
            <a:extLst>
              <a:ext uri="{FF2B5EF4-FFF2-40B4-BE49-F238E27FC236}">
                <a16:creationId xmlns:a16="http://schemas.microsoft.com/office/drawing/2014/main" id="{09AB9E41-AE73-4C93-A728-3D07C3FA5F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75463" y="115888"/>
            <a:ext cx="2162175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380" name="Espace réservé du titre 1"/>
          <p:cNvSpPr>
            <a:spLocks noGrp="1"/>
          </p:cNvSpPr>
          <p:nvPr>
            <p:ph type="ctrTitle"/>
          </p:nvPr>
        </p:nvSpPr>
        <p:spPr>
          <a:xfrm>
            <a:off x="1042988" y="1882775"/>
            <a:ext cx="7561262" cy="504825"/>
          </a:xfrm>
        </p:spPr>
        <p:txBody>
          <a:bodyPr/>
          <a:lstStyle>
            <a:lvl1pPr>
              <a:lnSpc>
                <a:spcPct val="90000"/>
              </a:lnSpc>
              <a:defRPr sz="3500"/>
            </a:lvl1pPr>
          </a:lstStyle>
          <a:p>
            <a:pPr lvl="0"/>
            <a:r>
              <a:rPr lang="fr-FR" noProof="0"/>
              <a:t>Cliquez et modifiez le titre</a:t>
            </a:r>
            <a:endParaRPr lang="en-GB" noProof="0"/>
          </a:p>
        </p:txBody>
      </p:sp>
      <p:sp>
        <p:nvSpPr>
          <p:cNvPr id="101381" name="Espace réservé du texte 2"/>
          <p:cNvSpPr>
            <a:spLocks noGrp="1"/>
          </p:cNvSpPr>
          <p:nvPr>
            <p:ph type="subTitle" idx="1"/>
          </p:nvPr>
        </p:nvSpPr>
        <p:spPr>
          <a:xfrm>
            <a:off x="1042988" y="2409825"/>
            <a:ext cx="7561262" cy="947738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ct val="0"/>
              </a:spcBef>
              <a:buFont typeface="Arial" charset="0"/>
              <a:buNone/>
              <a:defRPr sz="3500">
                <a:solidFill>
                  <a:srgbClr val="FF6600"/>
                </a:solidFill>
              </a:defRPr>
            </a:lvl1pPr>
          </a:lstStyle>
          <a:p>
            <a:pPr lvl="0"/>
            <a:r>
              <a:rPr lang="fr-FR" noProof="0"/>
              <a:t>Cliquez pour modifier le style des sous-titres du masque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38076077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re et contenu sur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85775" y="352800"/>
            <a:ext cx="8229600" cy="586800"/>
          </a:xfrm>
        </p:spPr>
        <p:txBody>
          <a:bodyPr/>
          <a:lstStyle/>
          <a:p>
            <a:r>
              <a:rPr lang="fr-FR"/>
              <a:t>Cliquez et modifiez le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74663" y="1411201"/>
            <a:ext cx="8229600" cy="223382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74663" y="3717925"/>
            <a:ext cx="8229600" cy="24479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53322860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DF6CB8-0489-2FC2-ABCF-9999B03AB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F86504-2550-A74A-8C54-8B2A78DCB091}" type="datetime1">
              <a:rPr lang="fr-FR" altLang="fr-FR" smtClean="0"/>
              <a:t>14/10/2026</a:t>
            </a:fld>
            <a:endParaRPr lang="fr-FR" alt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C56DBA-3540-7834-0C10-5B74C5533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1CCFA78-6E00-45FA-3C7E-F91A1828D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53751A-D672-8B49-84D4-CA26F8CE0CDD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42705137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504788D-DE8D-B636-23F8-72B3ECF28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05CE1B-5488-0D47-A567-8C31345EEFB4}" type="datetime1">
              <a:rPr lang="fr-FR" altLang="fr-FR" smtClean="0"/>
              <a:t>14/10/2026</a:t>
            </a:fld>
            <a:endParaRPr lang="fr-FR" alt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CDE288-0C65-F71B-9162-0112A2F49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726628-49B9-1E48-9678-ED72CA029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0F464-F817-8E4C-96AA-3D5CEBD159B0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19607118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5E9CBB5-0886-1157-9A34-D18E514E7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3CDD8C-E559-3B4C-B34B-15D58ACA1341}" type="datetime1">
              <a:rPr lang="fr-FR" altLang="fr-FR" smtClean="0"/>
              <a:t>14/10/2026</a:t>
            </a:fld>
            <a:endParaRPr lang="fr-FR" alt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2D61C6F-70DA-CDA1-3B43-4C855BD75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3F37DC-B6A2-C71C-930F-37F2E0982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BA752D-5039-0041-A0AD-5C3A4FDA4C05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62896730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2C4374A1-A454-B131-E151-0BD59C824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CAD700-C7FA-4B4D-8547-5531E8D37E6E}" type="datetime1">
              <a:rPr lang="fr-FR" altLang="fr-FR" smtClean="0"/>
              <a:t>14/10/2026</a:t>
            </a:fld>
            <a:endParaRPr lang="fr-FR" altLang="fr-FR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DCD8595A-E0C8-FE9E-6F1A-88B316B1C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9C35E59E-D0E6-4E29-EEB2-2316A89C4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7B2B3F-9DAD-A74C-85EE-36562B1B15DC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5938235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3">
            <a:extLst>
              <a:ext uri="{FF2B5EF4-FFF2-40B4-BE49-F238E27FC236}">
                <a16:creationId xmlns:a16="http://schemas.microsoft.com/office/drawing/2014/main" id="{C15D9CC3-B09B-7052-D878-5934A031A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0644CF-6D65-1748-AD77-D70BA18A84A6}" type="datetime1">
              <a:rPr lang="fr-FR" altLang="fr-FR" smtClean="0"/>
              <a:t>14/10/2026</a:t>
            </a:fld>
            <a:endParaRPr lang="fr-FR" altLang="fr-FR"/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C55698E9-B440-836C-67CD-6B0579A58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0E730140-815F-D234-E38E-D592441AC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E3C145-7E3C-C74E-A154-DCDE9EAEDF74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0998385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e la date 3">
            <a:extLst>
              <a:ext uri="{FF2B5EF4-FFF2-40B4-BE49-F238E27FC236}">
                <a16:creationId xmlns:a16="http://schemas.microsoft.com/office/drawing/2014/main" id="{AD93B001-1D2D-D128-6168-754FA8665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7E530C-6CEA-BC45-BB57-AE289CF09F0A}" type="datetime1">
              <a:rPr lang="fr-FR" altLang="fr-FR" smtClean="0"/>
              <a:t>14/10/2026</a:t>
            </a:fld>
            <a:endParaRPr lang="fr-FR" altLang="fr-FR"/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0CAE1949-E703-4F00-B773-1A16A70F0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9EA258F2-4476-BD1A-AD17-CE4D5FDC2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52C880-EDB0-5A4F-8D85-2022AA8479DE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99264735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8E5164CC-3408-5EBF-E05C-9E0AD7874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0885A6-23C4-5245-92D2-342D83EE445C}" type="datetime1">
              <a:rPr lang="fr-FR" altLang="fr-FR" smtClean="0"/>
              <a:t>14/10/2026</a:t>
            </a:fld>
            <a:endParaRPr lang="fr-FR" alt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34230FA6-7E97-3C12-4FB8-2350BCC02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2B7E63ED-7BC0-1300-FD69-94C2B1C9C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6FCCFA-346B-E94C-92CA-D1E1C1D2BA5A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11201655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E68A69BC-B39B-6F7E-D9C7-117626DFA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DA754D-8456-7246-A5FE-6CB07C019944}" type="datetime1">
              <a:rPr lang="fr-FR" altLang="fr-FR" smtClean="0"/>
              <a:t>14/10/2026</a:t>
            </a:fld>
            <a:endParaRPr lang="fr-FR" altLang="fr-FR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B8778AFA-609D-E373-9F6E-FC9BB1EED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F272310C-A868-31BC-D299-18A06B444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851B3C-2DCD-8F47-8BE0-FDC9C26BF4C5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1055867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fr-FR" noProof="0"/>
              <a:t>Faire glisser l'image vers l'espace réservé ou cliquer sur l'icône pour l'ajouter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C35591DA-C291-B88F-142F-468AF69D9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A736BB-DC1D-8B45-81A3-EC08EA0CEAC6}" type="datetime1">
              <a:rPr lang="fr-FR" altLang="fr-FR" smtClean="0"/>
              <a:t>14/10/2026</a:t>
            </a:fld>
            <a:endParaRPr lang="fr-FR" altLang="fr-FR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9766F097-BD32-1552-8066-67B8489E4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D7366DE5-94DB-8C90-ADA7-49B9E1A96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0CABA-79CD-BF4B-B4CF-6835A287FDBB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56058672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6860E6-44CB-7C96-FFC4-6CDA63FB3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CF47ED-3A17-824D-B9BF-4AAE191F2433}" type="datetime1">
              <a:rPr lang="fr-FR" altLang="fr-FR" smtClean="0"/>
              <a:t>14/10/2026</a:t>
            </a:fld>
            <a:endParaRPr lang="fr-FR" alt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315DD95-5438-3623-BEBE-50CD15B78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D24979-B62D-09C5-B1C0-B009808CF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CDF0F3-79C7-E041-BB7A-C9A71D417B51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52391643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5337714-005C-E24A-B599-FF9174BDA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95930-2F04-A14E-ACCD-FBA5D08D67CC}" type="datetime1">
              <a:rPr lang="fr-FR" altLang="fr-FR" smtClean="0"/>
              <a:t>14/10/2026</a:t>
            </a:fld>
            <a:endParaRPr lang="fr-FR" alt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209A8D-B29E-ABFC-C5B8-729104897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B25B1E-0023-DDE0-B854-0B64B4BF8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951AA4-EAA3-8040-A39D-6DDEA2753116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32791556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F61C08-4DA2-7C28-0ADA-34AA22367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7B2B5E-4501-BF40-B3FB-0724048B7AB2}" type="datetime1">
              <a:rPr lang="fr-FR" altLang="fr-FR" smtClean="0"/>
              <a:t>14/10/2026</a:t>
            </a:fld>
            <a:endParaRPr lang="fr-FR" alt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9DEAAA6-FB0B-F172-D875-19B97E516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9628A5-5E77-3D85-3990-7A435421F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26CDCD-A7D6-4048-B46D-E071791FCA24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43173817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335C9FE-A074-616B-7403-A128962B5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307523-646A-5443-96BB-709E80983A6A}" type="datetime1">
              <a:rPr lang="fr-FR" altLang="fr-FR" smtClean="0"/>
              <a:t>14/10/2026</a:t>
            </a:fld>
            <a:endParaRPr lang="fr-FR" alt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DA10F66-997D-BF16-BAE5-C94A247E8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86E4FF-D805-28A3-1679-0EEF6F0D3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85CEAE-F08B-D34F-A137-E3EC207ED487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78839451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EBC58D-5101-5F56-6500-C368FCC6A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6CF14-D466-E247-8256-1A8CABDB60D4}" type="datetime1">
              <a:rPr lang="fr-FR" altLang="fr-FR" smtClean="0"/>
              <a:t>14/10/2026</a:t>
            </a:fld>
            <a:endParaRPr lang="fr-FR" alt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CF07FC-F27E-64CB-6FEE-694B4B281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926347-1A36-C92E-A1B7-B46C18E88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644B14-5C44-904A-A7D8-F9A5236995E2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93304738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BDFC18D5-A0E9-2174-4C0C-B1DFDD850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454D0E-4C87-E545-8F8B-875981AACABE}" type="datetime1">
              <a:rPr lang="fr-FR" altLang="fr-FR" smtClean="0"/>
              <a:t>14/10/2026</a:t>
            </a:fld>
            <a:endParaRPr lang="fr-FR" altLang="fr-FR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75EB14C4-D1AA-6EA0-E952-914BCAED5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C1619BB2-ECA7-1799-B98F-58A0ACA4D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B10C06-8D6A-CA42-A1EC-E18C53CA7FB1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61199660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3">
            <a:extLst>
              <a:ext uri="{FF2B5EF4-FFF2-40B4-BE49-F238E27FC236}">
                <a16:creationId xmlns:a16="http://schemas.microsoft.com/office/drawing/2014/main" id="{66B3EDD1-8506-CE62-C02C-419A09326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FF356D-05BE-9E4C-8792-CF649D6D0766}" type="datetime1">
              <a:rPr lang="fr-FR" altLang="fr-FR" smtClean="0"/>
              <a:t>14/10/2026</a:t>
            </a:fld>
            <a:endParaRPr lang="fr-FR" altLang="fr-FR"/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54F577D8-A60F-9802-0B9C-B86A2E4EF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04FFE5FB-37D4-8138-E638-099677D46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75D0B2-AC31-0946-AE91-22FDE50630DF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11249036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e la date 3">
            <a:extLst>
              <a:ext uri="{FF2B5EF4-FFF2-40B4-BE49-F238E27FC236}">
                <a16:creationId xmlns:a16="http://schemas.microsoft.com/office/drawing/2014/main" id="{33EE804A-94E9-9578-A18F-2B6E19C4D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1F7E48-505E-C94A-A56E-D01006BB9CF9}" type="datetime1">
              <a:rPr lang="fr-FR" altLang="fr-FR" smtClean="0"/>
              <a:t>14/10/2026</a:t>
            </a:fld>
            <a:endParaRPr lang="fr-FR" altLang="fr-FR"/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6B4663E4-9EAF-14A2-D0DD-85AC398C6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2D0B60FE-F899-5B5E-3561-817440D3F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8DD34B-B9B5-8047-9BBC-C3090FFEA52E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60974177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F2359F1E-D48F-A0AB-4D79-F89D5A85B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EC8243-BD7C-5F43-AFC7-E49DAA24C7FA}" type="datetime1">
              <a:rPr lang="fr-FR" altLang="fr-FR" smtClean="0"/>
              <a:t>14/10/2026</a:t>
            </a:fld>
            <a:endParaRPr lang="fr-FR" alt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06C2183E-40BE-A4D3-EB26-33E0A8C16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F87331B6-D609-5259-68D4-65F0929DC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A020FD-5C64-A54D-B00A-5B92ECB4A083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71838887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15700E0D-C145-B163-49FE-06393E6FE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D5F7BA-4CF6-5E4C-A971-D8DD097AF6DF}" type="datetime1">
              <a:rPr lang="fr-FR" altLang="fr-FR" smtClean="0"/>
              <a:t>14/10/2026</a:t>
            </a:fld>
            <a:endParaRPr lang="fr-FR" altLang="fr-FR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5B8E2F51-6730-1854-A675-35003E049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7C2FEEED-5293-7AB2-53BB-192A8B413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58F694-6F36-EE4E-B163-E135D5BEB0C9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57392678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6F2D5C01-F337-4C6A-6A03-B3848A6FF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1B053C-A1EB-4C48-AD55-10498D2A4DE7}" type="datetime1">
              <a:rPr lang="fr-FR" altLang="fr-FR" smtClean="0"/>
              <a:t>14/10/2026</a:t>
            </a:fld>
            <a:endParaRPr lang="fr-FR" altLang="fr-FR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7C0A0D8D-0E49-9271-AA94-E2CA31A45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54DD621F-0A7E-9B29-36BC-BE507F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B0ACBF-0730-DD4D-861C-164B681A9991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57651964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2DFED3-57AE-28BC-CE83-28ACCC4A9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857C32-012B-FA4B-A33B-A72CD6DE2F4C}" type="datetime1">
              <a:rPr lang="fr-FR" altLang="fr-FR" smtClean="0"/>
              <a:t>14/10/2026</a:t>
            </a:fld>
            <a:endParaRPr lang="fr-FR" alt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23DAFC-9179-B9E5-FAD7-065705488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49AB67-6DF2-24DB-6507-0E61DF64A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822A2-36BA-9F48-B847-654CF12EC010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09653950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29ED303-6A9E-BAA5-E541-62FB81B76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3A2D46-97BC-6443-8ED0-1F1DEA9C94D8}" type="datetime1">
              <a:rPr lang="fr-FR" altLang="fr-FR" smtClean="0"/>
              <a:t>14/10/2026</a:t>
            </a:fld>
            <a:endParaRPr lang="fr-FR" alt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0DC5B9-2B06-EC53-1B8F-D3102B77F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4DA8DAE-EA71-648C-1E0A-67222F587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36B99A-3CB8-204F-BED5-BFA252738F02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944818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23.xml"/><Relationship Id="rId9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theme" Target="../theme/theme10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leau 18">
            <a:extLst>
              <a:ext uri="{FF2B5EF4-FFF2-40B4-BE49-F238E27FC236}">
                <a16:creationId xmlns:a16="http://schemas.microsoft.com/office/drawing/2014/main" id="{209DB0DD-4DBD-AA70-AF34-907CAC2A14B4}"/>
              </a:ext>
            </a:extLst>
          </p:cNvPr>
          <p:cNvGraphicFramePr>
            <a:graphicFrameLocks noGrp="1"/>
          </p:cNvGraphicFramePr>
          <p:nvPr/>
        </p:nvGraphicFramePr>
        <p:xfrm>
          <a:off x="179388" y="6381750"/>
          <a:ext cx="7345362" cy="287338"/>
        </p:xfrm>
        <a:graphic>
          <a:graphicData uri="http://schemas.openxmlformats.org/drawingml/2006/table">
            <a:tbl>
              <a:tblPr/>
              <a:tblGrid>
                <a:gridCol w="1211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37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73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1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5" marR="68585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100" dirty="0">
                          <a:latin typeface="Calibri"/>
                          <a:ea typeface="SimSun"/>
                          <a:cs typeface="Times New Roman"/>
                        </a:rPr>
                        <a:t>  Titre</a:t>
                      </a:r>
                    </a:p>
                  </a:txBody>
                  <a:tcPr marL="68585" marR="685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32" name="Rectangle 18">
            <a:extLst>
              <a:ext uri="{FF2B5EF4-FFF2-40B4-BE49-F238E27FC236}">
                <a16:creationId xmlns:a16="http://schemas.microsoft.com/office/drawing/2014/main" id="{3E777BA9-1A22-DFBD-4C89-C9FF223E4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00" y="250825"/>
            <a:ext cx="8902700" cy="792163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fr-FR" sz="1800">
              <a:solidFill>
                <a:srgbClr val="FFFFFF"/>
              </a:solidFill>
            </a:endParaRPr>
          </a:p>
        </p:txBody>
      </p:sp>
      <p:sp>
        <p:nvSpPr>
          <p:cNvPr id="1033" name="Espace réservé du texte 2">
            <a:extLst>
              <a:ext uri="{FF2B5EF4-FFF2-40B4-BE49-F238E27FC236}">
                <a16:creationId xmlns:a16="http://schemas.microsoft.com/office/drawing/2014/main" id="{33C79BDC-F4C2-B051-AB5C-942315359D9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74663" y="1412875"/>
            <a:ext cx="8229600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/>
              <a:t>     Cliquez pour modifier les styles du texte du masque</a:t>
            </a:r>
          </a:p>
          <a:p>
            <a:pPr lvl="1"/>
            <a:r>
              <a:rPr lang="en-GB" altLang="fr-FR"/>
              <a:t>    Deuxième niveau</a:t>
            </a:r>
          </a:p>
          <a:p>
            <a:pPr lvl="2"/>
            <a:r>
              <a:rPr lang="en-GB" altLang="fr-FR"/>
              <a:t>Troisième niveau</a:t>
            </a:r>
          </a:p>
          <a:p>
            <a:pPr lvl="3"/>
            <a:r>
              <a:rPr lang="en-GB" altLang="fr-FR"/>
              <a:t>  Quatrième niveau</a:t>
            </a:r>
          </a:p>
          <a:p>
            <a:pPr lvl="4"/>
            <a:r>
              <a:rPr lang="en-GB" altLang="fr-FR"/>
              <a:t>  Cinquième niveau</a:t>
            </a:r>
          </a:p>
        </p:txBody>
      </p:sp>
      <p:sp>
        <p:nvSpPr>
          <p:cNvPr id="1034" name="Espace réservé du titre 1">
            <a:extLst>
              <a:ext uri="{FF2B5EF4-FFF2-40B4-BE49-F238E27FC236}">
                <a16:creationId xmlns:a16="http://schemas.microsoft.com/office/drawing/2014/main" id="{4B32FCCC-2908-537A-5B64-47268B064DE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85775" y="354013"/>
            <a:ext cx="82296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/>
              <a:t>Cliquez et modifiez le titre </a:t>
            </a:r>
            <a:br>
              <a:rPr lang="en-GB" altLang="fr-FR"/>
            </a:br>
            <a:r>
              <a:rPr lang="en-GB" altLang="fr-FR"/>
              <a:t>(possibilité de le disposer sur 2 lignes</a:t>
            </a:r>
          </a:p>
        </p:txBody>
      </p:sp>
      <p:sp>
        <p:nvSpPr>
          <p:cNvPr id="1035" name="Espace réservé du numéro de diapositive 5">
            <a:extLst>
              <a:ext uri="{FF2B5EF4-FFF2-40B4-BE49-F238E27FC236}">
                <a16:creationId xmlns:a16="http://schemas.microsoft.com/office/drawing/2014/main" id="{15D7AC77-A22D-4625-6E15-C7F3A0480226}"/>
              </a:ext>
            </a:extLst>
          </p:cNvPr>
          <p:cNvSpPr>
            <a:spLocks/>
          </p:cNvSpPr>
          <p:nvPr/>
        </p:nvSpPr>
        <p:spPr bwMode="auto">
          <a:xfrm>
            <a:off x="250825" y="6453188"/>
            <a:ext cx="179388" cy="179387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lIns="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fld id="{51F17574-A78F-BE49-BE8C-6B70F24B9B2E}" type="slidenum">
              <a:rPr lang="fr-FR" altLang="fr-FR" sz="800" b="1">
                <a:solidFill>
                  <a:srgbClr val="FFFFFF"/>
                </a:solidFill>
                <a:cs typeface="Arial" panose="020B0604020202020204" pitchFamily="34" charset="0"/>
              </a:rPr>
              <a:pPr algn="ctr" eaLnBrk="1" hangingPunct="1">
                <a:defRPr/>
              </a:pPr>
              <a:t>‹N°›</a:t>
            </a:fld>
            <a:endParaRPr lang="fr-FR" altLang="fr-FR" sz="800" b="1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FFB418-91EB-C795-A66F-B337E40AD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6381750"/>
            <a:ext cx="48244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defTabSz="914400" eaLnBrk="1" hangingPunct="1">
              <a:defRPr/>
            </a:pPr>
            <a:endParaRPr lang="fr-FR" sz="850" dirty="0">
              <a:latin typeface="Arial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397A14-0665-5829-16E7-01A7CEB95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6381750"/>
            <a:ext cx="6477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defTabSz="914400" eaLnBrk="1" hangingPunct="1">
              <a:defRPr/>
            </a:pPr>
            <a:r>
              <a:rPr lang="fr-FR" sz="850" dirty="0">
                <a:latin typeface="Arial" pitchFamily="34" charset="0"/>
                <a:ea typeface="ＭＳ Ｐゴシック" charset="0"/>
                <a:cs typeface="ＭＳ Ｐゴシック" charset="0"/>
              </a:rPr>
              <a:t>06/09/2014</a:t>
            </a:r>
          </a:p>
        </p:txBody>
      </p:sp>
      <p:pic>
        <p:nvPicPr>
          <p:cNvPr id="1038" name="Picture 1" descr="na2.png">
            <a:extLst>
              <a:ext uri="{FF2B5EF4-FFF2-40B4-BE49-F238E27FC236}">
                <a16:creationId xmlns:a16="http://schemas.microsoft.com/office/drawing/2014/main" id="{30E382A0-FBF1-616B-674A-1817B4C522DA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96188" y="6102350"/>
            <a:ext cx="1512887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8810" r:id="rId1"/>
    <p:sldLayoutId id="2147488811" r:id="rId2"/>
    <p:sldLayoutId id="2147488812" r:id="rId3"/>
    <p:sldLayoutId id="2147488850" r:id="rId4"/>
    <p:sldLayoutId id="2147488813" r:id="rId5"/>
    <p:sldLayoutId id="2147488814" r:id="rId6"/>
    <p:sldLayoutId id="2147488851" r:id="rId7"/>
    <p:sldLayoutId id="2147488852" r:id="rId8"/>
  </p:sldLayoutIdLst>
  <p:hf hdr="0" dt="0"/>
  <p:txStyles>
    <p:titleStyle>
      <a:lvl1pPr algn="l" rtl="0" eaLnBrk="0" fontAlgn="base" hangingPunct="0">
        <a:lnSpc>
          <a:spcPts val="2800"/>
        </a:lnSpc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+mj-lt"/>
          <a:ea typeface="MS PGothic" panose="020B0600070205080204" pitchFamily="34" charset="-128"/>
          <a:cs typeface="MS PGothic" pitchFamily="34" charset="-128"/>
        </a:defRPr>
      </a:lvl1pPr>
      <a:lvl2pPr algn="l" rtl="0" eaLnBrk="0" fontAlgn="base" hangingPunct="0">
        <a:lnSpc>
          <a:spcPts val="2800"/>
        </a:lnSpc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2pPr>
      <a:lvl3pPr algn="l" rtl="0" eaLnBrk="0" fontAlgn="base" hangingPunct="0">
        <a:lnSpc>
          <a:spcPts val="2800"/>
        </a:lnSpc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3pPr>
      <a:lvl4pPr algn="l" rtl="0" eaLnBrk="0" fontAlgn="base" hangingPunct="0">
        <a:lnSpc>
          <a:spcPts val="2800"/>
        </a:lnSpc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4pPr>
      <a:lvl5pPr algn="l" rtl="0" eaLnBrk="0" fontAlgn="base" hangingPunct="0">
        <a:lnSpc>
          <a:spcPts val="2800"/>
        </a:lnSpc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charset="0"/>
        </a:defRPr>
      </a:lvl9pPr>
    </p:titleStyle>
    <p:bodyStyle>
      <a:lvl1pPr marL="271463" indent="-271463" algn="l" rtl="0" eaLnBrk="0" fontAlgn="base" hangingPunct="0">
        <a:spcBef>
          <a:spcPct val="20000"/>
        </a:spcBef>
        <a:spcAft>
          <a:spcPct val="0"/>
        </a:spcAft>
        <a:buClr>
          <a:srgbClr val="008000"/>
        </a:buClr>
        <a:buSzPct val="110000"/>
        <a:buFont typeface="Arial" panose="020B0604020202020204" pitchFamily="34" charset="0"/>
        <a:buChar char="■"/>
        <a:tabLst>
          <a:tab pos="174625" algn="l"/>
        </a:tabLst>
        <a:defRPr sz="2000">
          <a:solidFill>
            <a:schemeClr val="tx1"/>
          </a:solidFill>
          <a:latin typeface="+mn-lt"/>
          <a:ea typeface="MS PGothic" panose="020B0600070205080204" pitchFamily="34" charset="-128"/>
          <a:cs typeface="MS PGothic" pitchFamily="34" charset="-128"/>
        </a:defRPr>
      </a:lvl1pPr>
      <a:lvl2pPr marL="719138" indent="-268288" algn="l" rtl="0" eaLnBrk="0" fontAlgn="base" hangingPunct="0">
        <a:spcBef>
          <a:spcPct val="20000"/>
        </a:spcBef>
        <a:spcAft>
          <a:spcPct val="0"/>
        </a:spcAft>
        <a:buClr>
          <a:srgbClr val="008000"/>
        </a:buClr>
        <a:buSzPct val="80000"/>
        <a:buFont typeface="Wingdings 2" pitchFamily="2" charset="2"/>
        <a:buChar char="¦"/>
        <a:tabLst>
          <a:tab pos="174625" algn="l"/>
        </a:tabLst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77913" indent="-179388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■"/>
        <a:tabLst>
          <a:tab pos="174625" algn="l"/>
        </a:tabLst>
        <a:defRPr sz="16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36688" indent="-179388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-"/>
        <a:tabLst>
          <a:tab pos="174625" algn="l"/>
        </a:tabLst>
        <a:defRPr sz="1400">
          <a:solidFill>
            <a:srgbClr val="FF6600"/>
          </a:solidFill>
          <a:latin typeface="+mn-lt"/>
          <a:ea typeface="MS PGothic" panose="020B0600070205080204" pitchFamily="34" charset="-128"/>
        </a:defRPr>
      </a:lvl4pPr>
      <a:lvl5pPr marL="1795463" indent="-179388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-"/>
        <a:tabLst>
          <a:tab pos="174625" algn="l"/>
        </a:tabLst>
        <a:defRPr sz="1400">
          <a:solidFill>
            <a:srgbClr val="FF6600"/>
          </a:solidFill>
          <a:latin typeface="+mn-lt"/>
          <a:ea typeface="MS PGothic" panose="020B0600070205080204" pitchFamily="34" charset="-128"/>
        </a:defRPr>
      </a:lvl5pPr>
      <a:lvl6pPr marL="2252663" indent="-1793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174625" algn="l"/>
        </a:tabLst>
        <a:defRPr sz="1400">
          <a:solidFill>
            <a:schemeClr val="tx2"/>
          </a:solidFill>
          <a:latin typeface="+mn-lt"/>
          <a:ea typeface="+mn-ea"/>
        </a:defRPr>
      </a:lvl6pPr>
      <a:lvl7pPr marL="2709863" indent="-1793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174625" algn="l"/>
        </a:tabLst>
        <a:defRPr sz="1400">
          <a:solidFill>
            <a:schemeClr val="tx2"/>
          </a:solidFill>
          <a:latin typeface="+mn-lt"/>
          <a:ea typeface="+mn-ea"/>
        </a:defRPr>
      </a:lvl7pPr>
      <a:lvl8pPr marL="3167063" indent="-1793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174625" algn="l"/>
        </a:tabLst>
        <a:defRPr sz="1400">
          <a:solidFill>
            <a:schemeClr val="tx2"/>
          </a:solidFill>
          <a:latin typeface="+mn-lt"/>
          <a:ea typeface="+mn-ea"/>
        </a:defRPr>
      </a:lvl8pPr>
      <a:lvl9pPr marL="3624263" indent="-1793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174625" algn="l"/>
        </a:tabLst>
        <a:defRPr sz="1400">
          <a:solidFill>
            <a:schemeClr val="tx2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Espace réservé du texte 2">
            <a:extLst>
              <a:ext uri="{FF2B5EF4-FFF2-40B4-BE49-F238E27FC236}">
                <a16:creationId xmlns:a16="http://schemas.microsoft.com/office/drawing/2014/main" id="{5230DEAB-E5D1-4946-C890-C1EE6B6A69A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74663" y="3933825"/>
            <a:ext cx="8229600" cy="230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fr-FR"/>
          </a:p>
          <a:p>
            <a:pPr lvl="0"/>
            <a:r>
              <a:rPr lang="en-GB" altLang="fr-FR"/>
              <a:t>    Cliquez pour modifier les styles du texte du masque</a:t>
            </a:r>
          </a:p>
          <a:p>
            <a:pPr lvl="1"/>
            <a:r>
              <a:rPr lang="en-GB" altLang="fr-FR"/>
              <a:t>  Deuxième niveau</a:t>
            </a:r>
          </a:p>
          <a:p>
            <a:pPr lvl="2"/>
            <a:r>
              <a:rPr lang="en-GB" altLang="fr-FR"/>
              <a:t>Troisième niveau</a:t>
            </a:r>
          </a:p>
          <a:p>
            <a:pPr lvl="3"/>
            <a:r>
              <a:rPr lang="en-GB" altLang="fr-FR"/>
              <a:t>  Quatrième niveau</a:t>
            </a:r>
          </a:p>
          <a:p>
            <a:pPr lvl="4"/>
            <a:r>
              <a:rPr lang="en-GB" altLang="fr-FR"/>
              <a:t> Cinquième niveau</a:t>
            </a:r>
          </a:p>
        </p:txBody>
      </p:sp>
      <p:sp>
        <p:nvSpPr>
          <p:cNvPr id="5123" name="Espace réservé du titre 1">
            <a:extLst>
              <a:ext uri="{FF2B5EF4-FFF2-40B4-BE49-F238E27FC236}">
                <a16:creationId xmlns:a16="http://schemas.microsoft.com/office/drawing/2014/main" id="{9B9407ED-5D9A-BC10-72D3-732DC0658E8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55650" y="2133600"/>
            <a:ext cx="7920038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/>
              <a:t>Cliquez et modifiez le titre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8853" r:id="rId1"/>
    <p:sldLayoutId id="2147488815" r:id="rId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charset="0"/>
        </a:defRPr>
      </a:lvl9pPr>
    </p:titleStyle>
    <p:bodyStyle>
      <a:lvl1pPr marL="271463" indent="-271463" algn="l" rtl="0" eaLnBrk="0" fontAlgn="base" hangingPunct="0">
        <a:spcBef>
          <a:spcPct val="20000"/>
        </a:spcBef>
        <a:spcAft>
          <a:spcPct val="0"/>
        </a:spcAft>
        <a:buClr>
          <a:srgbClr val="008000"/>
        </a:buClr>
        <a:buSzPct val="110000"/>
        <a:buFont typeface="Arial" panose="020B0604020202020204" pitchFamily="34" charset="0"/>
        <a:buChar char="■"/>
        <a:tabLst>
          <a:tab pos="174625" algn="l"/>
        </a:tabLst>
        <a:defRPr sz="2000">
          <a:solidFill>
            <a:schemeClr val="tx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1pPr>
      <a:lvl2pPr marL="719138" indent="-268288" algn="l" rtl="0" eaLnBrk="0" fontAlgn="base" hangingPunct="0">
        <a:spcBef>
          <a:spcPct val="20000"/>
        </a:spcBef>
        <a:spcAft>
          <a:spcPct val="0"/>
        </a:spcAft>
        <a:buClr>
          <a:srgbClr val="008000"/>
        </a:buClr>
        <a:buSzPct val="80000"/>
        <a:buFont typeface="Wingdings 2" pitchFamily="2" charset="2"/>
        <a:buChar char="¦"/>
        <a:tabLst>
          <a:tab pos="174625" algn="l"/>
        </a:tabLst>
        <a:defRPr>
          <a:solidFill>
            <a:schemeClr val="tx1"/>
          </a:solidFill>
          <a:latin typeface="Arial" charset="0"/>
          <a:ea typeface="MS PGothic" panose="020B0600070205080204" pitchFamily="34" charset="-128"/>
        </a:defRPr>
      </a:lvl2pPr>
      <a:lvl3pPr marL="1077913" indent="-1793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■"/>
        <a:tabLst>
          <a:tab pos="174625" algn="l"/>
        </a:tabLst>
        <a:defRPr sz="1600">
          <a:solidFill>
            <a:schemeClr val="tx1"/>
          </a:solidFill>
          <a:latin typeface="Arial" charset="0"/>
          <a:ea typeface="MS PGothic" panose="020B0600070205080204" pitchFamily="34" charset="-128"/>
        </a:defRPr>
      </a:lvl3pPr>
      <a:lvl4pPr marL="1436688" indent="-179388" algn="l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Arial" panose="020B0604020202020204" pitchFamily="34" charset="0"/>
        <a:buChar char="-"/>
        <a:tabLst>
          <a:tab pos="174625" algn="l"/>
        </a:tabLst>
        <a:defRPr sz="1400">
          <a:solidFill>
            <a:srgbClr val="FF6600"/>
          </a:solidFill>
          <a:latin typeface="Arial" charset="0"/>
          <a:ea typeface="MS PGothic" panose="020B0600070205080204" pitchFamily="34" charset="-128"/>
        </a:defRPr>
      </a:lvl4pPr>
      <a:lvl5pPr marL="1795463" indent="-179388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-"/>
        <a:tabLst>
          <a:tab pos="174625" algn="l"/>
        </a:tabLst>
        <a:defRPr sz="1400">
          <a:solidFill>
            <a:srgbClr val="FF6600"/>
          </a:solidFill>
          <a:latin typeface="Arial" charset="0"/>
          <a:ea typeface="MS PGothic" panose="020B0600070205080204" pitchFamily="34" charset="-128"/>
        </a:defRPr>
      </a:lvl5pPr>
      <a:lvl6pPr marL="2252663" indent="-1793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174625" algn="l"/>
        </a:tabLst>
        <a:defRPr sz="1400">
          <a:solidFill>
            <a:schemeClr val="tx2"/>
          </a:solidFill>
          <a:latin typeface="+mn-lt"/>
          <a:ea typeface="+mn-ea"/>
        </a:defRPr>
      </a:lvl6pPr>
      <a:lvl7pPr marL="2709863" indent="-1793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174625" algn="l"/>
        </a:tabLst>
        <a:defRPr sz="1400">
          <a:solidFill>
            <a:schemeClr val="tx2"/>
          </a:solidFill>
          <a:latin typeface="+mn-lt"/>
          <a:ea typeface="+mn-ea"/>
        </a:defRPr>
      </a:lvl7pPr>
      <a:lvl8pPr marL="3167063" indent="-1793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174625" algn="l"/>
        </a:tabLst>
        <a:defRPr sz="1400">
          <a:solidFill>
            <a:schemeClr val="tx2"/>
          </a:solidFill>
          <a:latin typeface="+mn-lt"/>
          <a:ea typeface="+mn-ea"/>
        </a:defRPr>
      </a:lvl8pPr>
      <a:lvl9pPr marL="3624263" indent="-1793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174625" algn="l"/>
        </a:tabLst>
        <a:defRPr sz="1400">
          <a:solidFill>
            <a:schemeClr val="tx2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ce réservé du texte 2">
            <a:extLst>
              <a:ext uri="{FF2B5EF4-FFF2-40B4-BE49-F238E27FC236}">
                <a16:creationId xmlns:a16="http://schemas.microsoft.com/office/drawing/2014/main" id="{FB1C36CF-2B94-57E9-B648-807990A0FD4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74663" y="3933825"/>
            <a:ext cx="8229600" cy="230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fr-FR"/>
          </a:p>
          <a:p>
            <a:pPr lvl="0"/>
            <a:r>
              <a:rPr lang="en-GB" altLang="fr-FR"/>
              <a:t>    Cliquez pour modifier les styles du texte du masque</a:t>
            </a:r>
          </a:p>
          <a:p>
            <a:pPr lvl="1"/>
            <a:r>
              <a:rPr lang="en-GB" altLang="fr-FR"/>
              <a:t>  Deuxième niveau</a:t>
            </a:r>
          </a:p>
          <a:p>
            <a:pPr lvl="2"/>
            <a:r>
              <a:rPr lang="en-GB" altLang="fr-FR"/>
              <a:t>Troisième niveau</a:t>
            </a:r>
          </a:p>
          <a:p>
            <a:pPr lvl="3"/>
            <a:r>
              <a:rPr lang="en-GB" altLang="fr-FR"/>
              <a:t>  Quatrième niveau</a:t>
            </a:r>
          </a:p>
          <a:p>
            <a:pPr lvl="4"/>
            <a:r>
              <a:rPr lang="en-GB" altLang="fr-FR"/>
              <a:t> Cinquième niveau</a:t>
            </a:r>
          </a:p>
        </p:txBody>
      </p:sp>
      <p:sp>
        <p:nvSpPr>
          <p:cNvPr id="7171" name="Espace réservé du titre 1">
            <a:extLst>
              <a:ext uri="{FF2B5EF4-FFF2-40B4-BE49-F238E27FC236}">
                <a16:creationId xmlns:a16="http://schemas.microsoft.com/office/drawing/2014/main" id="{CCC4EA7F-1FCF-4554-29D3-480048E9490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55650" y="2133600"/>
            <a:ext cx="7920038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/>
              <a:t>Cliquez et modifiez le titre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8854" r:id="rId1"/>
    <p:sldLayoutId id="2147488816" r:id="rId2"/>
    <p:sldLayoutId id="2147488855" r:id="rId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charset="0"/>
        </a:defRPr>
      </a:lvl9pPr>
    </p:titleStyle>
    <p:bodyStyle>
      <a:lvl1pPr marL="271463" indent="-271463" algn="l" rtl="0" eaLnBrk="0" fontAlgn="base" hangingPunct="0">
        <a:spcBef>
          <a:spcPct val="20000"/>
        </a:spcBef>
        <a:spcAft>
          <a:spcPct val="0"/>
        </a:spcAft>
        <a:buClr>
          <a:srgbClr val="008000"/>
        </a:buClr>
        <a:buSzPct val="110000"/>
        <a:buFont typeface="Arial" panose="020B0604020202020204" pitchFamily="34" charset="0"/>
        <a:buChar char="■"/>
        <a:tabLst>
          <a:tab pos="174625" algn="l"/>
        </a:tabLst>
        <a:defRPr sz="2000">
          <a:solidFill>
            <a:schemeClr val="tx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1pPr>
      <a:lvl2pPr marL="719138" indent="-268288" algn="l" rtl="0" eaLnBrk="0" fontAlgn="base" hangingPunct="0">
        <a:spcBef>
          <a:spcPct val="20000"/>
        </a:spcBef>
        <a:spcAft>
          <a:spcPct val="0"/>
        </a:spcAft>
        <a:buClr>
          <a:srgbClr val="008000"/>
        </a:buClr>
        <a:buSzPct val="80000"/>
        <a:buFont typeface="Wingdings 2" pitchFamily="2" charset="2"/>
        <a:buChar char="¦"/>
        <a:tabLst>
          <a:tab pos="174625" algn="l"/>
        </a:tabLst>
        <a:defRPr>
          <a:solidFill>
            <a:schemeClr val="tx1"/>
          </a:solidFill>
          <a:latin typeface="Arial" charset="0"/>
          <a:ea typeface="MS PGothic" panose="020B0600070205080204" pitchFamily="34" charset="-128"/>
        </a:defRPr>
      </a:lvl2pPr>
      <a:lvl3pPr marL="1077913" indent="-1793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■"/>
        <a:tabLst>
          <a:tab pos="174625" algn="l"/>
        </a:tabLst>
        <a:defRPr sz="1600">
          <a:solidFill>
            <a:schemeClr val="tx1"/>
          </a:solidFill>
          <a:latin typeface="Arial" charset="0"/>
          <a:ea typeface="MS PGothic" panose="020B0600070205080204" pitchFamily="34" charset="-128"/>
        </a:defRPr>
      </a:lvl3pPr>
      <a:lvl4pPr marL="1436688" indent="-179388" algn="l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Arial" panose="020B0604020202020204" pitchFamily="34" charset="0"/>
        <a:buChar char="-"/>
        <a:tabLst>
          <a:tab pos="174625" algn="l"/>
        </a:tabLst>
        <a:defRPr sz="1400">
          <a:solidFill>
            <a:srgbClr val="FF6600"/>
          </a:solidFill>
          <a:latin typeface="Arial" charset="0"/>
          <a:ea typeface="MS PGothic" panose="020B0600070205080204" pitchFamily="34" charset="-128"/>
        </a:defRPr>
      </a:lvl4pPr>
      <a:lvl5pPr marL="1795463" indent="-179388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-"/>
        <a:tabLst>
          <a:tab pos="174625" algn="l"/>
        </a:tabLst>
        <a:defRPr sz="1400">
          <a:solidFill>
            <a:srgbClr val="FF6600"/>
          </a:solidFill>
          <a:latin typeface="Arial" charset="0"/>
          <a:ea typeface="MS PGothic" panose="020B0600070205080204" pitchFamily="34" charset="-128"/>
        </a:defRPr>
      </a:lvl5pPr>
      <a:lvl6pPr marL="2252663" indent="-1793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174625" algn="l"/>
        </a:tabLst>
        <a:defRPr sz="1400">
          <a:solidFill>
            <a:schemeClr val="tx2"/>
          </a:solidFill>
          <a:latin typeface="+mn-lt"/>
          <a:ea typeface="+mn-ea"/>
        </a:defRPr>
      </a:lvl6pPr>
      <a:lvl7pPr marL="2709863" indent="-1793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174625" algn="l"/>
        </a:tabLst>
        <a:defRPr sz="1400">
          <a:solidFill>
            <a:schemeClr val="tx2"/>
          </a:solidFill>
          <a:latin typeface="+mn-lt"/>
          <a:ea typeface="+mn-ea"/>
        </a:defRPr>
      </a:lvl7pPr>
      <a:lvl8pPr marL="3167063" indent="-1793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174625" algn="l"/>
        </a:tabLst>
        <a:defRPr sz="1400">
          <a:solidFill>
            <a:schemeClr val="tx2"/>
          </a:solidFill>
          <a:latin typeface="+mn-lt"/>
          <a:ea typeface="+mn-ea"/>
        </a:defRPr>
      </a:lvl8pPr>
      <a:lvl9pPr marL="3624263" indent="-1793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174625" algn="l"/>
        </a:tabLst>
        <a:defRPr sz="1400">
          <a:solidFill>
            <a:schemeClr val="tx2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u texte 2">
            <a:extLst>
              <a:ext uri="{FF2B5EF4-FFF2-40B4-BE49-F238E27FC236}">
                <a16:creationId xmlns:a16="http://schemas.microsoft.com/office/drawing/2014/main" id="{6EF4D131-CBD4-D3C7-204F-F69D8A84CC9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74663" y="3933825"/>
            <a:ext cx="8229600" cy="230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fr-FR"/>
          </a:p>
          <a:p>
            <a:pPr lvl="0"/>
            <a:r>
              <a:rPr lang="en-GB" altLang="fr-FR"/>
              <a:t>    Cliquez pour modifier les styles du texte du masque</a:t>
            </a:r>
          </a:p>
          <a:p>
            <a:pPr lvl="1"/>
            <a:r>
              <a:rPr lang="en-GB" altLang="fr-FR"/>
              <a:t>  Deuxième niveau</a:t>
            </a:r>
          </a:p>
          <a:p>
            <a:pPr lvl="2"/>
            <a:r>
              <a:rPr lang="en-GB" altLang="fr-FR"/>
              <a:t>Troisième niveau</a:t>
            </a:r>
          </a:p>
          <a:p>
            <a:pPr lvl="3"/>
            <a:r>
              <a:rPr lang="en-GB" altLang="fr-FR"/>
              <a:t>  Quatrième niveau</a:t>
            </a:r>
          </a:p>
          <a:p>
            <a:pPr lvl="4"/>
            <a:r>
              <a:rPr lang="en-GB" altLang="fr-FR"/>
              <a:t> Cinquième niveau</a:t>
            </a:r>
          </a:p>
        </p:txBody>
      </p:sp>
      <p:sp>
        <p:nvSpPr>
          <p:cNvPr id="10243" name="Espace réservé du titre 1">
            <a:extLst>
              <a:ext uri="{FF2B5EF4-FFF2-40B4-BE49-F238E27FC236}">
                <a16:creationId xmlns:a16="http://schemas.microsoft.com/office/drawing/2014/main" id="{C8808E6A-2BE7-4DF9-982E-ECA2C51C682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55650" y="2133600"/>
            <a:ext cx="7920038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/>
              <a:t>Cliquez et modifiez le titre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8856" r:id="rId1"/>
    <p:sldLayoutId id="2147488817" r:id="rId2"/>
    <p:sldLayoutId id="2147488857" r:id="rId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charset="0"/>
        </a:defRPr>
      </a:lvl9pPr>
    </p:titleStyle>
    <p:bodyStyle>
      <a:lvl1pPr marL="271463" indent="-271463" algn="l" rtl="0" eaLnBrk="0" fontAlgn="base" hangingPunct="0">
        <a:spcBef>
          <a:spcPct val="20000"/>
        </a:spcBef>
        <a:spcAft>
          <a:spcPct val="0"/>
        </a:spcAft>
        <a:buClr>
          <a:srgbClr val="008000"/>
        </a:buClr>
        <a:buSzPct val="110000"/>
        <a:buFont typeface="Arial" panose="020B0604020202020204" pitchFamily="34" charset="0"/>
        <a:buChar char="■"/>
        <a:tabLst>
          <a:tab pos="174625" algn="l"/>
        </a:tabLst>
        <a:defRPr sz="2000">
          <a:solidFill>
            <a:schemeClr val="tx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1pPr>
      <a:lvl2pPr marL="719138" indent="-268288" algn="l" rtl="0" eaLnBrk="0" fontAlgn="base" hangingPunct="0">
        <a:spcBef>
          <a:spcPct val="20000"/>
        </a:spcBef>
        <a:spcAft>
          <a:spcPct val="0"/>
        </a:spcAft>
        <a:buClr>
          <a:srgbClr val="008000"/>
        </a:buClr>
        <a:buSzPct val="80000"/>
        <a:buFont typeface="Wingdings 2" pitchFamily="2" charset="2"/>
        <a:buChar char="¦"/>
        <a:tabLst>
          <a:tab pos="174625" algn="l"/>
        </a:tabLst>
        <a:defRPr>
          <a:solidFill>
            <a:schemeClr val="tx1"/>
          </a:solidFill>
          <a:latin typeface="Arial" charset="0"/>
          <a:ea typeface="MS PGothic" panose="020B0600070205080204" pitchFamily="34" charset="-128"/>
        </a:defRPr>
      </a:lvl2pPr>
      <a:lvl3pPr marL="1077913" indent="-1793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■"/>
        <a:tabLst>
          <a:tab pos="174625" algn="l"/>
        </a:tabLst>
        <a:defRPr sz="1600">
          <a:solidFill>
            <a:schemeClr val="tx1"/>
          </a:solidFill>
          <a:latin typeface="Arial" charset="0"/>
          <a:ea typeface="MS PGothic" panose="020B0600070205080204" pitchFamily="34" charset="-128"/>
        </a:defRPr>
      </a:lvl3pPr>
      <a:lvl4pPr marL="1436688" indent="-179388" algn="l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Arial" panose="020B0604020202020204" pitchFamily="34" charset="0"/>
        <a:buChar char="-"/>
        <a:tabLst>
          <a:tab pos="174625" algn="l"/>
        </a:tabLst>
        <a:defRPr sz="1400">
          <a:solidFill>
            <a:srgbClr val="FF6600"/>
          </a:solidFill>
          <a:latin typeface="Arial" charset="0"/>
          <a:ea typeface="MS PGothic" panose="020B0600070205080204" pitchFamily="34" charset="-128"/>
        </a:defRPr>
      </a:lvl4pPr>
      <a:lvl5pPr marL="1795463" indent="-179388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-"/>
        <a:tabLst>
          <a:tab pos="174625" algn="l"/>
        </a:tabLst>
        <a:defRPr sz="1400">
          <a:solidFill>
            <a:srgbClr val="FF6600"/>
          </a:solidFill>
          <a:latin typeface="Arial" charset="0"/>
          <a:ea typeface="MS PGothic" panose="020B0600070205080204" pitchFamily="34" charset="-128"/>
        </a:defRPr>
      </a:lvl5pPr>
      <a:lvl6pPr marL="2252663" indent="-1793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174625" algn="l"/>
        </a:tabLst>
        <a:defRPr sz="1400">
          <a:solidFill>
            <a:schemeClr val="tx2"/>
          </a:solidFill>
          <a:latin typeface="+mn-lt"/>
          <a:ea typeface="+mn-ea"/>
        </a:defRPr>
      </a:lvl6pPr>
      <a:lvl7pPr marL="2709863" indent="-1793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174625" algn="l"/>
        </a:tabLst>
        <a:defRPr sz="1400">
          <a:solidFill>
            <a:schemeClr val="tx2"/>
          </a:solidFill>
          <a:latin typeface="+mn-lt"/>
          <a:ea typeface="+mn-ea"/>
        </a:defRPr>
      </a:lvl7pPr>
      <a:lvl8pPr marL="3167063" indent="-1793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174625" algn="l"/>
        </a:tabLst>
        <a:defRPr sz="1400">
          <a:solidFill>
            <a:schemeClr val="tx2"/>
          </a:solidFill>
          <a:latin typeface="+mn-lt"/>
          <a:ea typeface="+mn-ea"/>
        </a:defRPr>
      </a:lvl8pPr>
      <a:lvl9pPr marL="3624263" indent="-1793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174625" algn="l"/>
        </a:tabLst>
        <a:defRPr sz="1400">
          <a:solidFill>
            <a:schemeClr val="tx2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u texte 2">
            <a:extLst>
              <a:ext uri="{FF2B5EF4-FFF2-40B4-BE49-F238E27FC236}">
                <a16:creationId xmlns:a16="http://schemas.microsoft.com/office/drawing/2014/main" id="{432CA895-6830-DEFB-1B6D-8B0AFA69D04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74663" y="3933825"/>
            <a:ext cx="8229600" cy="230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fr-FR"/>
          </a:p>
          <a:p>
            <a:pPr lvl="0"/>
            <a:r>
              <a:rPr lang="en-GB" altLang="fr-FR"/>
              <a:t>    Cliquez pour modifier les styles du texte du masque</a:t>
            </a:r>
          </a:p>
          <a:p>
            <a:pPr lvl="1"/>
            <a:r>
              <a:rPr lang="en-GB" altLang="fr-FR"/>
              <a:t>  Deuxième niveau</a:t>
            </a:r>
          </a:p>
          <a:p>
            <a:pPr lvl="2"/>
            <a:r>
              <a:rPr lang="en-GB" altLang="fr-FR"/>
              <a:t>Troisième niveau</a:t>
            </a:r>
          </a:p>
          <a:p>
            <a:pPr lvl="3"/>
            <a:r>
              <a:rPr lang="en-GB" altLang="fr-FR"/>
              <a:t>  Quatrième niveau</a:t>
            </a:r>
          </a:p>
          <a:p>
            <a:pPr lvl="4"/>
            <a:r>
              <a:rPr lang="en-GB" altLang="fr-FR"/>
              <a:t> Cinquième niveau</a:t>
            </a:r>
          </a:p>
        </p:txBody>
      </p:sp>
      <p:sp>
        <p:nvSpPr>
          <p:cNvPr id="13315" name="Espace réservé du titre 1">
            <a:extLst>
              <a:ext uri="{FF2B5EF4-FFF2-40B4-BE49-F238E27FC236}">
                <a16:creationId xmlns:a16="http://schemas.microsoft.com/office/drawing/2014/main" id="{86ADD885-31B2-29CF-82EC-2734B967F4B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55650" y="2133600"/>
            <a:ext cx="7920038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/>
              <a:t>Cliquez et modifiez le titre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8858" r:id="rId1"/>
    <p:sldLayoutId id="2147488818" r:id="rId2"/>
    <p:sldLayoutId id="2147488859" r:id="rId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charset="0"/>
        </a:defRPr>
      </a:lvl9pPr>
    </p:titleStyle>
    <p:bodyStyle>
      <a:lvl1pPr marL="271463" indent="-271463" algn="l" rtl="0" eaLnBrk="0" fontAlgn="base" hangingPunct="0">
        <a:spcBef>
          <a:spcPct val="20000"/>
        </a:spcBef>
        <a:spcAft>
          <a:spcPct val="0"/>
        </a:spcAft>
        <a:buClr>
          <a:srgbClr val="008000"/>
        </a:buClr>
        <a:buSzPct val="110000"/>
        <a:buFont typeface="Arial" panose="020B0604020202020204" pitchFamily="34" charset="0"/>
        <a:buChar char="■"/>
        <a:tabLst>
          <a:tab pos="174625" algn="l"/>
        </a:tabLst>
        <a:defRPr sz="2000">
          <a:solidFill>
            <a:schemeClr val="tx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1pPr>
      <a:lvl2pPr marL="719138" indent="-268288" algn="l" rtl="0" eaLnBrk="0" fontAlgn="base" hangingPunct="0">
        <a:spcBef>
          <a:spcPct val="20000"/>
        </a:spcBef>
        <a:spcAft>
          <a:spcPct val="0"/>
        </a:spcAft>
        <a:buClr>
          <a:srgbClr val="008000"/>
        </a:buClr>
        <a:buSzPct val="80000"/>
        <a:buFont typeface="Wingdings 2" pitchFamily="2" charset="2"/>
        <a:buChar char="¦"/>
        <a:tabLst>
          <a:tab pos="174625" algn="l"/>
        </a:tabLst>
        <a:defRPr>
          <a:solidFill>
            <a:schemeClr val="tx1"/>
          </a:solidFill>
          <a:latin typeface="Arial" charset="0"/>
          <a:ea typeface="MS PGothic" panose="020B0600070205080204" pitchFamily="34" charset="-128"/>
        </a:defRPr>
      </a:lvl2pPr>
      <a:lvl3pPr marL="1077913" indent="-1793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■"/>
        <a:tabLst>
          <a:tab pos="174625" algn="l"/>
        </a:tabLst>
        <a:defRPr sz="1600">
          <a:solidFill>
            <a:schemeClr val="tx1"/>
          </a:solidFill>
          <a:latin typeface="Arial" charset="0"/>
          <a:ea typeface="MS PGothic" panose="020B0600070205080204" pitchFamily="34" charset="-128"/>
        </a:defRPr>
      </a:lvl3pPr>
      <a:lvl4pPr marL="1436688" indent="-179388" algn="l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Arial" panose="020B0604020202020204" pitchFamily="34" charset="0"/>
        <a:buChar char="-"/>
        <a:tabLst>
          <a:tab pos="174625" algn="l"/>
        </a:tabLst>
        <a:defRPr sz="1400">
          <a:solidFill>
            <a:srgbClr val="FF6600"/>
          </a:solidFill>
          <a:latin typeface="Arial" charset="0"/>
          <a:ea typeface="MS PGothic" panose="020B0600070205080204" pitchFamily="34" charset="-128"/>
        </a:defRPr>
      </a:lvl4pPr>
      <a:lvl5pPr marL="1795463" indent="-179388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-"/>
        <a:tabLst>
          <a:tab pos="174625" algn="l"/>
        </a:tabLst>
        <a:defRPr sz="1400">
          <a:solidFill>
            <a:srgbClr val="FF6600"/>
          </a:solidFill>
          <a:latin typeface="Arial" charset="0"/>
          <a:ea typeface="MS PGothic" panose="020B0600070205080204" pitchFamily="34" charset="-128"/>
        </a:defRPr>
      </a:lvl5pPr>
      <a:lvl6pPr marL="2252663" indent="-1793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174625" algn="l"/>
        </a:tabLst>
        <a:defRPr sz="1400">
          <a:solidFill>
            <a:schemeClr val="tx2"/>
          </a:solidFill>
          <a:latin typeface="+mn-lt"/>
          <a:ea typeface="+mn-ea"/>
        </a:defRPr>
      </a:lvl6pPr>
      <a:lvl7pPr marL="2709863" indent="-1793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174625" algn="l"/>
        </a:tabLst>
        <a:defRPr sz="1400">
          <a:solidFill>
            <a:schemeClr val="tx2"/>
          </a:solidFill>
          <a:latin typeface="+mn-lt"/>
          <a:ea typeface="+mn-ea"/>
        </a:defRPr>
      </a:lvl7pPr>
      <a:lvl8pPr marL="3167063" indent="-1793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174625" algn="l"/>
        </a:tabLst>
        <a:defRPr sz="1400">
          <a:solidFill>
            <a:schemeClr val="tx2"/>
          </a:solidFill>
          <a:latin typeface="+mn-lt"/>
          <a:ea typeface="+mn-ea"/>
        </a:defRPr>
      </a:lvl8pPr>
      <a:lvl9pPr marL="3624263" indent="-1793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174625" algn="l"/>
        </a:tabLst>
        <a:defRPr sz="1400">
          <a:solidFill>
            <a:schemeClr val="tx2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leau 18">
            <a:extLst>
              <a:ext uri="{FF2B5EF4-FFF2-40B4-BE49-F238E27FC236}">
                <a16:creationId xmlns:a16="http://schemas.microsoft.com/office/drawing/2014/main" id="{B541DBE1-2AFE-CC50-E859-FD1E3A38E35B}"/>
              </a:ext>
            </a:extLst>
          </p:cNvPr>
          <p:cNvGraphicFramePr>
            <a:graphicFrameLocks noGrp="1"/>
          </p:cNvGraphicFramePr>
          <p:nvPr/>
        </p:nvGraphicFramePr>
        <p:xfrm>
          <a:off x="179388" y="6381750"/>
          <a:ext cx="7345362" cy="287338"/>
        </p:xfrm>
        <a:graphic>
          <a:graphicData uri="http://schemas.openxmlformats.org/drawingml/2006/table">
            <a:tbl>
              <a:tblPr/>
              <a:tblGrid>
                <a:gridCol w="1211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37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73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1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5" marR="68585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100" dirty="0">
                          <a:latin typeface="Calibri"/>
                          <a:ea typeface="SimSun"/>
                          <a:cs typeface="Times New Roman"/>
                        </a:rPr>
                        <a:t>  Titre</a:t>
                      </a:r>
                    </a:p>
                  </a:txBody>
                  <a:tcPr marL="68585" marR="685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416" name="Rectangle 18">
            <a:extLst>
              <a:ext uri="{FF2B5EF4-FFF2-40B4-BE49-F238E27FC236}">
                <a16:creationId xmlns:a16="http://schemas.microsoft.com/office/drawing/2014/main" id="{D1562639-9502-8DDD-4855-827D6B7F3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00" y="250825"/>
            <a:ext cx="8902700" cy="792163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fr-FR" sz="1800">
              <a:solidFill>
                <a:srgbClr val="FFFFFF"/>
              </a:solidFill>
            </a:endParaRPr>
          </a:p>
        </p:txBody>
      </p:sp>
      <p:sp>
        <p:nvSpPr>
          <p:cNvPr id="16393" name="Espace réservé du texte 2">
            <a:extLst>
              <a:ext uri="{FF2B5EF4-FFF2-40B4-BE49-F238E27FC236}">
                <a16:creationId xmlns:a16="http://schemas.microsoft.com/office/drawing/2014/main" id="{A38E53B4-EF6C-4835-2BAB-CD2E1839F76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74663" y="1412875"/>
            <a:ext cx="8229600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/>
              <a:t>     Cliquez pour modifier les styles du texte du masque</a:t>
            </a:r>
          </a:p>
          <a:p>
            <a:pPr lvl="1"/>
            <a:r>
              <a:rPr lang="en-GB" altLang="fr-FR"/>
              <a:t>    Deuxième niveau</a:t>
            </a:r>
          </a:p>
          <a:p>
            <a:pPr lvl="2"/>
            <a:r>
              <a:rPr lang="en-GB" altLang="fr-FR"/>
              <a:t>Troisième niveau</a:t>
            </a:r>
          </a:p>
          <a:p>
            <a:pPr lvl="3"/>
            <a:r>
              <a:rPr lang="en-GB" altLang="fr-FR"/>
              <a:t>  Quatrième niveau</a:t>
            </a:r>
          </a:p>
          <a:p>
            <a:pPr lvl="4"/>
            <a:r>
              <a:rPr lang="en-GB" altLang="fr-FR"/>
              <a:t>  Cinquième niveau</a:t>
            </a:r>
          </a:p>
        </p:txBody>
      </p:sp>
      <p:sp>
        <p:nvSpPr>
          <p:cNvPr id="16394" name="Espace réservé du titre 1">
            <a:extLst>
              <a:ext uri="{FF2B5EF4-FFF2-40B4-BE49-F238E27FC236}">
                <a16:creationId xmlns:a16="http://schemas.microsoft.com/office/drawing/2014/main" id="{1AEEFED6-0DCB-D46B-7771-2CE08404333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85775" y="354013"/>
            <a:ext cx="82296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/>
              <a:t>Cliquez et modifiez le titre </a:t>
            </a:r>
            <a:br>
              <a:rPr lang="en-GB" altLang="fr-FR"/>
            </a:br>
            <a:r>
              <a:rPr lang="en-GB" altLang="fr-FR"/>
              <a:t>(possibilité de le disposer sur 2 lignes</a:t>
            </a:r>
          </a:p>
        </p:txBody>
      </p:sp>
      <p:sp>
        <p:nvSpPr>
          <p:cNvPr id="17419" name="Espace réservé du numéro de diapositive 5">
            <a:extLst>
              <a:ext uri="{FF2B5EF4-FFF2-40B4-BE49-F238E27FC236}">
                <a16:creationId xmlns:a16="http://schemas.microsoft.com/office/drawing/2014/main" id="{7E32EEFA-66A2-1A6A-0E39-E3845FCDEE06}"/>
              </a:ext>
            </a:extLst>
          </p:cNvPr>
          <p:cNvSpPr>
            <a:spLocks/>
          </p:cNvSpPr>
          <p:nvPr/>
        </p:nvSpPr>
        <p:spPr bwMode="auto">
          <a:xfrm>
            <a:off x="250825" y="6453188"/>
            <a:ext cx="179388" cy="179387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lIns="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fld id="{52D66D6F-DFE1-1A45-83ED-FA1F0C7C4CBE}" type="slidenum">
              <a:rPr lang="fr-FR" altLang="fr-FR" sz="800" b="1">
                <a:solidFill>
                  <a:srgbClr val="FFFFFF"/>
                </a:solidFill>
                <a:cs typeface="Arial" panose="020B0604020202020204" pitchFamily="34" charset="0"/>
              </a:rPr>
              <a:pPr algn="ctr" eaLnBrk="1" hangingPunct="1">
                <a:defRPr/>
              </a:pPr>
              <a:t>‹N°›</a:t>
            </a:fld>
            <a:endParaRPr lang="fr-FR" altLang="fr-FR" sz="800" b="1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C9C7ED-36E2-36EE-D7B6-655958BDD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6381750"/>
            <a:ext cx="48244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defTabSz="914400" eaLnBrk="1" hangingPunct="1">
              <a:defRPr/>
            </a:pPr>
            <a:endParaRPr lang="fr-FR" sz="850" dirty="0">
              <a:latin typeface="Arial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AF33DE-9DF1-5D23-380B-8F780E2BD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6381750"/>
            <a:ext cx="6477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defTabSz="914400" eaLnBrk="1" hangingPunct="1">
              <a:defRPr/>
            </a:pPr>
            <a:r>
              <a:rPr lang="fr-FR" sz="850" dirty="0">
                <a:latin typeface="Arial" pitchFamily="34" charset="0"/>
                <a:ea typeface="ＭＳ Ｐゴシック" charset="0"/>
                <a:cs typeface="ＭＳ Ｐゴシック" charset="0"/>
              </a:rPr>
              <a:t>06/09/2014</a:t>
            </a:r>
          </a:p>
        </p:txBody>
      </p:sp>
      <p:pic>
        <p:nvPicPr>
          <p:cNvPr id="16398" name="Picture 1" descr="na2.png">
            <a:extLst>
              <a:ext uri="{FF2B5EF4-FFF2-40B4-BE49-F238E27FC236}">
                <a16:creationId xmlns:a16="http://schemas.microsoft.com/office/drawing/2014/main" id="{645AF38A-D117-CB08-1237-9DFD9DCE23C1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96188" y="6102350"/>
            <a:ext cx="1512887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8819" r:id="rId1"/>
    <p:sldLayoutId id="2147488820" r:id="rId2"/>
    <p:sldLayoutId id="2147488821" r:id="rId3"/>
    <p:sldLayoutId id="2147488860" r:id="rId4"/>
    <p:sldLayoutId id="2147488822" r:id="rId5"/>
    <p:sldLayoutId id="2147488823" r:id="rId6"/>
    <p:sldLayoutId id="2147488861" r:id="rId7"/>
    <p:sldLayoutId id="2147488862" r:id="rId8"/>
  </p:sldLayoutIdLst>
  <p:hf hdr="0" dt="0"/>
  <p:txStyles>
    <p:titleStyle>
      <a:lvl1pPr algn="l" rtl="0" eaLnBrk="0" fontAlgn="base" hangingPunct="0">
        <a:lnSpc>
          <a:spcPts val="2800"/>
        </a:lnSpc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+mj-lt"/>
          <a:ea typeface="MS PGothic" panose="020B0600070205080204" pitchFamily="34" charset="-128"/>
          <a:cs typeface="MS PGothic" pitchFamily="34" charset="-128"/>
        </a:defRPr>
      </a:lvl1pPr>
      <a:lvl2pPr algn="l" rtl="0" eaLnBrk="0" fontAlgn="base" hangingPunct="0">
        <a:lnSpc>
          <a:spcPts val="2800"/>
        </a:lnSpc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2pPr>
      <a:lvl3pPr algn="l" rtl="0" eaLnBrk="0" fontAlgn="base" hangingPunct="0">
        <a:lnSpc>
          <a:spcPts val="2800"/>
        </a:lnSpc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3pPr>
      <a:lvl4pPr algn="l" rtl="0" eaLnBrk="0" fontAlgn="base" hangingPunct="0">
        <a:lnSpc>
          <a:spcPts val="2800"/>
        </a:lnSpc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4pPr>
      <a:lvl5pPr algn="l" rtl="0" eaLnBrk="0" fontAlgn="base" hangingPunct="0">
        <a:lnSpc>
          <a:spcPts val="2800"/>
        </a:lnSpc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charset="0"/>
        </a:defRPr>
      </a:lvl9pPr>
    </p:titleStyle>
    <p:bodyStyle>
      <a:lvl1pPr marL="271463" indent="-271463" algn="l" rtl="0" eaLnBrk="0" fontAlgn="base" hangingPunct="0">
        <a:spcBef>
          <a:spcPct val="20000"/>
        </a:spcBef>
        <a:spcAft>
          <a:spcPct val="0"/>
        </a:spcAft>
        <a:buClr>
          <a:srgbClr val="008000"/>
        </a:buClr>
        <a:buSzPct val="110000"/>
        <a:buFont typeface="Arial" panose="020B0604020202020204" pitchFamily="34" charset="0"/>
        <a:buChar char="■"/>
        <a:tabLst>
          <a:tab pos="174625" algn="l"/>
        </a:tabLst>
        <a:defRPr sz="2000">
          <a:solidFill>
            <a:schemeClr val="tx1"/>
          </a:solidFill>
          <a:latin typeface="+mn-lt"/>
          <a:ea typeface="MS PGothic" panose="020B0600070205080204" pitchFamily="34" charset="-128"/>
          <a:cs typeface="MS PGothic" pitchFamily="34" charset="-128"/>
        </a:defRPr>
      </a:lvl1pPr>
      <a:lvl2pPr marL="719138" indent="-268288" algn="l" rtl="0" eaLnBrk="0" fontAlgn="base" hangingPunct="0">
        <a:spcBef>
          <a:spcPct val="20000"/>
        </a:spcBef>
        <a:spcAft>
          <a:spcPct val="0"/>
        </a:spcAft>
        <a:buClr>
          <a:srgbClr val="008000"/>
        </a:buClr>
        <a:buSzPct val="80000"/>
        <a:buFont typeface="Wingdings 2" pitchFamily="2" charset="2"/>
        <a:buChar char="¦"/>
        <a:tabLst>
          <a:tab pos="174625" algn="l"/>
        </a:tabLst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77913" indent="-179388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■"/>
        <a:tabLst>
          <a:tab pos="174625" algn="l"/>
        </a:tabLst>
        <a:defRPr sz="16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36688" indent="-179388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-"/>
        <a:tabLst>
          <a:tab pos="174625" algn="l"/>
        </a:tabLst>
        <a:defRPr sz="1400">
          <a:solidFill>
            <a:srgbClr val="FF6600"/>
          </a:solidFill>
          <a:latin typeface="+mn-lt"/>
          <a:ea typeface="MS PGothic" panose="020B0600070205080204" pitchFamily="34" charset="-128"/>
        </a:defRPr>
      </a:lvl4pPr>
      <a:lvl5pPr marL="1795463" indent="-179388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-"/>
        <a:tabLst>
          <a:tab pos="174625" algn="l"/>
        </a:tabLst>
        <a:defRPr sz="1400">
          <a:solidFill>
            <a:srgbClr val="FF6600"/>
          </a:solidFill>
          <a:latin typeface="+mn-lt"/>
          <a:ea typeface="MS PGothic" panose="020B0600070205080204" pitchFamily="34" charset="-128"/>
        </a:defRPr>
      </a:lvl5pPr>
      <a:lvl6pPr marL="2252663" indent="-1793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174625" algn="l"/>
        </a:tabLst>
        <a:defRPr sz="1400">
          <a:solidFill>
            <a:schemeClr val="tx2"/>
          </a:solidFill>
          <a:latin typeface="+mn-lt"/>
          <a:ea typeface="+mn-ea"/>
        </a:defRPr>
      </a:lvl6pPr>
      <a:lvl7pPr marL="2709863" indent="-1793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174625" algn="l"/>
        </a:tabLst>
        <a:defRPr sz="1400">
          <a:solidFill>
            <a:schemeClr val="tx2"/>
          </a:solidFill>
          <a:latin typeface="+mn-lt"/>
          <a:ea typeface="+mn-ea"/>
        </a:defRPr>
      </a:lvl7pPr>
      <a:lvl8pPr marL="3167063" indent="-1793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174625" algn="l"/>
        </a:tabLst>
        <a:defRPr sz="1400">
          <a:solidFill>
            <a:schemeClr val="tx2"/>
          </a:solidFill>
          <a:latin typeface="+mn-lt"/>
          <a:ea typeface="+mn-ea"/>
        </a:defRPr>
      </a:lvl8pPr>
      <a:lvl9pPr marL="3624263" indent="-1793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174625" algn="l"/>
        </a:tabLst>
        <a:defRPr sz="1400">
          <a:solidFill>
            <a:schemeClr val="tx2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u texte 2">
            <a:extLst>
              <a:ext uri="{FF2B5EF4-FFF2-40B4-BE49-F238E27FC236}">
                <a16:creationId xmlns:a16="http://schemas.microsoft.com/office/drawing/2014/main" id="{AC1BB19E-596A-45B1-C370-7BB3CD9A99B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74663" y="3933825"/>
            <a:ext cx="8229600" cy="230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fr-FR"/>
          </a:p>
          <a:p>
            <a:pPr lvl="0"/>
            <a:r>
              <a:rPr lang="en-GB" altLang="fr-FR"/>
              <a:t>    Cliquez pour modifier les styles du texte du masque</a:t>
            </a:r>
          </a:p>
          <a:p>
            <a:pPr lvl="1"/>
            <a:r>
              <a:rPr lang="en-GB" altLang="fr-FR"/>
              <a:t>  Deuxième niveau</a:t>
            </a:r>
          </a:p>
          <a:p>
            <a:pPr lvl="2"/>
            <a:r>
              <a:rPr lang="en-GB" altLang="fr-FR"/>
              <a:t>Troisième niveau</a:t>
            </a:r>
          </a:p>
          <a:p>
            <a:pPr lvl="3"/>
            <a:r>
              <a:rPr lang="en-GB" altLang="fr-FR"/>
              <a:t>  Quatrième niveau</a:t>
            </a:r>
          </a:p>
          <a:p>
            <a:pPr lvl="4"/>
            <a:r>
              <a:rPr lang="en-GB" altLang="fr-FR"/>
              <a:t> Cinquième niveau</a:t>
            </a:r>
          </a:p>
        </p:txBody>
      </p:sp>
      <p:sp>
        <p:nvSpPr>
          <p:cNvPr id="20483" name="Espace réservé du titre 1">
            <a:extLst>
              <a:ext uri="{FF2B5EF4-FFF2-40B4-BE49-F238E27FC236}">
                <a16:creationId xmlns:a16="http://schemas.microsoft.com/office/drawing/2014/main" id="{E0F20FF6-4CA0-81E6-B8F0-99BF96B5EDB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55650" y="2133600"/>
            <a:ext cx="7920038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/>
              <a:t>Cliquez et modifiez le titre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8863" r:id="rId1"/>
    <p:sldLayoutId id="2147488824" r:id="rId2"/>
    <p:sldLayoutId id="2147488864" r:id="rId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charset="0"/>
        </a:defRPr>
      </a:lvl9pPr>
    </p:titleStyle>
    <p:bodyStyle>
      <a:lvl1pPr marL="271463" indent="-271463" algn="l" rtl="0" eaLnBrk="0" fontAlgn="base" hangingPunct="0">
        <a:spcBef>
          <a:spcPct val="20000"/>
        </a:spcBef>
        <a:spcAft>
          <a:spcPct val="0"/>
        </a:spcAft>
        <a:buClr>
          <a:srgbClr val="008000"/>
        </a:buClr>
        <a:buSzPct val="110000"/>
        <a:buFont typeface="Arial" panose="020B0604020202020204" pitchFamily="34" charset="0"/>
        <a:buChar char="■"/>
        <a:tabLst>
          <a:tab pos="174625" algn="l"/>
        </a:tabLst>
        <a:defRPr sz="2000">
          <a:solidFill>
            <a:schemeClr val="tx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1pPr>
      <a:lvl2pPr marL="719138" indent="-268288" algn="l" rtl="0" eaLnBrk="0" fontAlgn="base" hangingPunct="0">
        <a:spcBef>
          <a:spcPct val="20000"/>
        </a:spcBef>
        <a:spcAft>
          <a:spcPct val="0"/>
        </a:spcAft>
        <a:buClr>
          <a:srgbClr val="008000"/>
        </a:buClr>
        <a:buSzPct val="80000"/>
        <a:buFont typeface="Wingdings 2" pitchFamily="2" charset="2"/>
        <a:buChar char="¦"/>
        <a:tabLst>
          <a:tab pos="174625" algn="l"/>
        </a:tabLst>
        <a:defRPr>
          <a:solidFill>
            <a:schemeClr val="tx1"/>
          </a:solidFill>
          <a:latin typeface="Arial" charset="0"/>
          <a:ea typeface="MS PGothic" panose="020B0600070205080204" pitchFamily="34" charset="-128"/>
        </a:defRPr>
      </a:lvl2pPr>
      <a:lvl3pPr marL="1077913" indent="-1793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■"/>
        <a:tabLst>
          <a:tab pos="174625" algn="l"/>
        </a:tabLst>
        <a:defRPr sz="1600">
          <a:solidFill>
            <a:schemeClr val="tx1"/>
          </a:solidFill>
          <a:latin typeface="Arial" charset="0"/>
          <a:ea typeface="MS PGothic" panose="020B0600070205080204" pitchFamily="34" charset="-128"/>
        </a:defRPr>
      </a:lvl3pPr>
      <a:lvl4pPr marL="1436688" indent="-179388" algn="l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Arial" panose="020B0604020202020204" pitchFamily="34" charset="0"/>
        <a:buChar char="-"/>
        <a:tabLst>
          <a:tab pos="174625" algn="l"/>
        </a:tabLst>
        <a:defRPr sz="1400">
          <a:solidFill>
            <a:srgbClr val="FF6600"/>
          </a:solidFill>
          <a:latin typeface="Arial" charset="0"/>
          <a:ea typeface="MS PGothic" panose="020B0600070205080204" pitchFamily="34" charset="-128"/>
        </a:defRPr>
      </a:lvl4pPr>
      <a:lvl5pPr marL="1795463" indent="-179388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-"/>
        <a:tabLst>
          <a:tab pos="174625" algn="l"/>
        </a:tabLst>
        <a:defRPr sz="1400">
          <a:solidFill>
            <a:srgbClr val="FF6600"/>
          </a:solidFill>
          <a:latin typeface="Arial" charset="0"/>
          <a:ea typeface="MS PGothic" panose="020B0600070205080204" pitchFamily="34" charset="-128"/>
        </a:defRPr>
      </a:lvl5pPr>
      <a:lvl6pPr marL="2252663" indent="-1793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174625" algn="l"/>
        </a:tabLst>
        <a:defRPr sz="1400">
          <a:solidFill>
            <a:schemeClr val="tx2"/>
          </a:solidFill>
          <a:latin typeface="+mn-lt"/>
          <a:ea typeface="+mn-ea"/>
        </a:defRPr>
      </a:lvl6pPr>
      <a:lvl7pPr marL="2709863" indent="-1793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174625" algn="l"/>
        </a:tabLst>
        <a:defRPr sz="1400">
          <a:solidFill>
            <a:schemeClr val="tx2"/>
          </a:solidFill>
          <a:latin typeface="+mn-lt"/>
          <a:ea typeface="+mn-ea"/>
        </a:defRPr>
      </a:lvl7pPr>
      <a:lvl8pPr marL="3167063" indent="-1793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174625" algn="l"/>
        </a:tabLst>
        <a:defRPr sz="1400">
          <a:solidFill>
            <a:schemeClr val="tx2"/>
          </a:solidFill>
          <a:latin typeface="+mn-lt"/>
          <a:ea typeface="+mn-ea"/>
        </a:defRPr>
      </a:lvl8pPr>
      <a:lvl9pPr marL="3624263" indent="-1793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174625" algn="l"/>
        </a:tabLst>
        <a:defRPr sz="1400">
          <a:solidFill>
            <a:schemeClr val="tx2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u texte 2">
            <a:extLst>
              <a:ext uri="{FF2B5EF4-FFF2-40B4-BE49-F238E27FC236}">
                <a16:creationId xmlns:a16="http://schemas.microsoft.com/office/drawing/2014/main" id="{CB0FA8D1-9F22-B540-1608-CD1F7CE45CC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74663" y="3933825"/>
            <a:ext cx="8229600" cy="230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fr-FR"/>
          </a:p>
          <a:p>
            <a:pPr lvl="0"/>
            <a:r>
              <a:rPr lang="en-GB" altLang="fr-FR"/>
              <a:t>    Cliquez pour modifier les styles du texte du masque</a:t>
            </a:r>
          </a:p>
          <a:p>
            <a:pPr lvl="1"/>
            <a:r>
              <a:rPr lang="en-GB" altLang="fr-FR"/>
              <a:t>  Deuxième niveau</a:t>
            </a:r>
          </a:p>
          <a:p>
            <a:pPr lvl="2"/>
            <a:r>
              <a:rPr lang="en-GB" altLang="fr-FR"/>
              <a:t>Troisième niveau</a:t>
            </a:r>
          </a:p>
          <a:p>
            <a:pPr lvl="3"/>
            <a:r>
              <a:rPr lang="en-GB" altLang="fr-FR"/>
              <a:t>  Quatrième niveau</a:t>
            </a:r>
          </a:p>
          <a:p>
            <a:pPr lvl="4"/>
            <a:r>
              <a:rPr lang="en-GB" altLang="fr-FR"/>
              <a:t> Cinquième niveau</a:t>
            </a:r>
          </a:p>
        </p:txBody>
      </p:sp>
      <p:sp>
        <p:nvSpPr>
          <p:cNvPr id="23555" name="Espace réservé du titre 1">
            <a:extLst>
              <a:ext uri="{FF2B5EF4-FFF2-40B4-BE49-F238E27FC236}">
                <a16:creationId xmlns:a16="http://schemas.microsoft.com/office/drawing/2014/main" id="{DD42426A-A16A-2D80-C125-F1B69F4518C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55650" y="2133600"/>
            <a:ext cx="7920038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/>
              <a:t>Cliquez et modifiez le titre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8865" r:id="rId1"/>
    <p:sldLayoutId id="2147488825" r:id="rId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charset="0"/>
        </a:defRPr>
      </a:lvl9pPr>
    </p:titleStyle>
    <p:bodyStyle>
      <a:lvl1pPr marL="271463" indent="-271463" algn="l" rtl="0" eaLnBrk="0" fontAlgn="base" hangingPunct="0">
        <a:spcBef>
          <a:spcPct val="20000"/>
        </a:spcBef>
        <a:spcAft>
          <a:spcPct val="0"/>
        </a:spcAft>
        <a:buClr>
          <a:srgbClr val="008000"/>
        </a:buClr>
        <a:buSzPct val="110000"/>
        <a:buFont typeface="Arial" panose="020B0604020202020204" pitchFamily="34" charset="0"/>
        <a:buChar char="■"/>
        <a:tabLst>
          <a:tab pos="174625" algn="l"/>
        </a:tabLst>
        <a:defRPr sz="2000">
          <a:solidFill>
            <a:schemeClr val="tx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1pPr>
      <a:lvl2pPr marL="719138" indent="-268288" algn="l" rtl="0" eaLnBrk="0" fontAlgn="base" hangingPunct="0">
        <a:spcBef>
          <a:spcPct val="20000"/>
        </a:spcBef>
        <a:spcAft>
          <a:spcPct val="0"/>
        </a:spcAft>
        <a:buClr>
          <a:srgbClr val="008000"/>
        </a:buClr>
        <a:buSzPct val="80000"/>
        <a:buFont typeface="Wingdings 2" pitchFamily="2" charset="2"/>
        <a:buChar char="¦"/>
        <a:tabLst>
          <a:tab pos="174625" algn="l"/>
        </a:tabLst>
        <a:defRPr>
          <a:solidFill>
            <a:schemeClr val="tx1"/>
          </a:solidFill>
          <a:latin typeface="Arial" charset="0"/>
          <a:ea typeface="MS PGothic" panose="020B0600070205080204" pitchFamily="34" charset="-128"/>
        </a:defRPr>
      </a:lvl2pPr>
      <a:lvl3pPr marL="1077913" indent="-1793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■"/>
        <a:tabLst>
          <a:tab pos="174625" algn="l"/>
        </a:tabLst>
        <a:defRPr sz="1600">
          <a:solidFill>
            <a:schemeClr val="tx1"/>
          </a:solidFill>
          <a:latin typeface="Arial" charset="0"/>
          <a:ea typeface="MS PGothic" panose="020B0600070205080204" pitchFamily="34" charset="-128"/>
        </a:defRPr>
      </a:lvl3pPr>
      <a:lvl4pPr marL="1436688" indent="-179388" algn="l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Arial" panose="020B0604020202020204" pitchFamily="34" charset="0"/>
        <a:buChar char="-"/>
        <a:tabLst>
          <a:tab pos="174625" algn="l"/>
        </a:tabLst>
        <a:defRPr sz="1400">
          <a:solidFill>
            <a:srgbClr val="FF6600"/>
          </a:solidFill>
          <a:latin typeface="Arial" charset="0"/>
          <a:ea typeface="MS PGothic" panose="020B0600070205080204" pitchFamily="34" charset="-128"/>
        </a:defRPr>
      </a:lvl4pPr>
      <a:lvl5pPr marL="1795463" indent="-179388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-"/>
        <a:tabLst>
          <a:tab pos="174625" algn="l"/>
        </a:tabLst>
        <a:defRPr sz="1400">
          <a:solidFill>
            <a:srgbClr val="FF6600"/>
          </a:solidFill>
          <a:latin typeface="Arial" charset="0"/>
          <a:ea typeface="MS PGothic" panose="020B0600070205080204" pitchFamily="34" charset="-128"/>
        </a:defRPr>
      </a:lvl5pPr>
      <a:lvl6pPr marL="2252663" indent="-1793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174625" algn="l"/>
        </a:tabLst>
        <a:defRPr sz="1400">
          <a:solidFill>
            <a:schemeClr val="tx2"/>
          </a:solidFill>
          <a:latin typeface="+mn-lt"/>
          <a:ea typeface="+mn-ea"/>
        </a:defRPr>
      </a:lvl6pPr>
      <a:lvl7pPr marL="2709863" indent="-1793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174625" algn="l"/>
        </a:tabLst>
        <a:defRPr sz="1400">
          <a:solidFill>
            <a:schemeClr val="tx2"/>
          </a:solidFill>
          <a:latin typeface="+mn-lt"/>
          <a:ea typeface="+mn-ea"/>
        </a:defRPr>
      </a:lvl7pPr>
      <a:lvl8pPr marL="3167063" indent="-1793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174625" algn="l"/>
        </a:tabLst>
        <a:defRPr sz="1400">
          <a:solidFill>
            <a:schemeClr val="tx2"/>
          </a:solidFill>
          <a:latin typeface="+mn-lt"/>
          <a:ea typeface="+mn-ea"/>
        </a:defRPr>
      </a:lvl8pPr>
      <a:lvl9pPr marL="3624263" indent="-1793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174625" algn="l"/>
        </a:tabLst>
        <a:defRPr sz="1400">
          <a:solidFill>
            <a:schemeClr val="tx2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u texte 2">
            <a:extLst>
              <a:ext uri="{FF2B5EF4-FFF2-40B4-BE49-F238E27FC236}">
                <a16:creationId xmlns:a16="http://schemas.microsoft.com/office/drawing/2014/main" id="{C309EA7F-5BC4-9DC3-514C-2C8D87B5A16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74663" y="3933825"/>
            <a:ext cx="8229600" cy="230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fr-FR"/>
          </a:p>
          <a:p>
            <a:pPr lvl="0"/>
            <a:r>
              <a:rPr lang="en-GB" altLang="fr-FR"/>
              <a:t>    Cliquez pour modifier les styles du texte du masque</a:t>
            </a:r>
          </a:p>
          <a:p>
            <a:pPr lvl="1"/>
            <a:r>
              <a:rPr lang="en-GB" altLang="fr-FR"/>
              <a:t>  Deuxième niveau</a:t>
            </a:r>
          </a:p>
          <a:p>
            <a:pPr lvl="2"/>
            <a:r>
              <a:rPr lang="en-GB" altLang="fr-FR"/>
              <a:t>Troisième niveau</a:t>
            </a:r>
          </a:p>
          <a:p>
            <a:pPr lvl="3"/>
            <a:r>
              <a:rPr lang="en-GB" altLang="fr-FR"/>
              <a:t>  Quatrième niveau</a:t>
            </a:r>
          </a:p>
          <a:p>
            <a:pPr lvl="4"/>
            <a:r>
              <a:rPr lang="en-GB" altLang="fr-FR"/>
              <a:t> Cinquième niveau</a:t>
            </a:r>
          </a:p>
        </p:txBody>
      </p:sp>
      <p:sp>
        <p:nvSpPr>
          <p:cNvPr id="25603" name="Espace réservé du titre 1">
            <a:extLst>
              <a:ext uri="{FF2B5EF4-FFF2-40B4-BE49-F238E27FC236}">
                <a16:creationId xmlns:a16="http://schemas.microsoft.com/office/drawing/2014/main" id="{34F8CFD4-4AAF-64DE-B266-3E51602A35F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55650" y="2133600"/>
            <a:ext cx="7920038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/>
              <a:t>Cliquez et modifiez le titre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8866" r:id="rId1"/>
    <p:sldLayoutId id="2147488826" r:id="rId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charset="0"/>
        </a:defRPr>
      </a:lvl9pPr>
    </p:titleStyle>
    <p:bodyStyle>
      <a:lvl1pPr marL="271463" indent="-271463" algn="l" rtl="0" eaLnBrk="0" fontAlgn="base" hangingPunct="0">
        <a:spcBef>
          <a:spcPct val="20000"/>
        </a:spcBef>
        <a:spcAft>
          <a:spcPct val="0"/>
        </a:spcAft>
        <a:buClr>
          <a:srgbClr val="008000"/>
        </a:buClr>
        <a:buSzPct val="110000"/>
        <a:buFont typeface="Arial" panose="020B0604020202020204" pitchFamily="34" charset="0"/>
        <a:buChar char="■"/>
        <a:tabLst>
          <a:tab pos="174625" algn="l"/>
        </a:tabLst>
        <a:defRPr sz="2000">
          <a:solidFill>
            <a:schemeClr val="tx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1pPr>
      <a:lvl2pPr marL="719138" indent="-268288" algn="l" rtl="0" eaLnBrk="0" fontAlgn="base" hangingPunct="0">
        <a:spcBef>
          <a:spcPct val="20000"/>
        </a:spcBef>
        <a:spcAft>
          <a:spcPct val="0"/>
        </a:spcAft>
        <a:buClr>
          <a:srgbClr val="008000"/>
        </a:buClr>
        <a:buSzPct val="80000"/>
        <a:buFont typeface="Wingdings 2" pitchFamily="2" charset="2"/>
        <a:buChar char="¦"/>
        <a:tabLst>
          <a:tab pos="174625" algn="l"/>
        </a:tabLst>
        <a:defRPr>
          <a:solidFill>
            <a:schemeClr val="tx1"/>
          </a:solidFill>
          <a:latin typeface="Arial" charset="0"/>
          <a:ea typeface="MS PGothic" panose="020B0600070205080204" pitchFamily="34" charset="-128"/>
        </a:defRPr>
      </a:lvl2pPr>
      <a:lvl3pPr marL="1077913" indent="-1793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■"/>
        <a:tabLst>
          <a:tab pos="174625" algn="l"/>
        </a:tabLst>
        <a:defRPr sz="1600">
          <a:solidFill>
            <a:schemeClr val="tx1"/>
          </a:solidFill>
          <a:latin typeface="Arial" charset="0"/>
          <a:ea typeface="MS PGothic" panose="020B0600070205080204" pitchFamily="34" charset="-128"/>
        </a:defRPr>
      </a:lvl3pPr>
      <a:lvl4pPr marL="1436688" indent="-179388" algn="l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Arial" panose="020B0604020202020204" pitchFamily="34" charset="0"/>
        <a:buChar char="-"/>
        <a:tabLst>
          <a:tab pos="174625" algn="l"/>
        </a:tabLst>
        <a:defRPr sz="1400">
          <a:solidFill>
            <a:srgbClr val="FF6600"/>
          </a:solidFill>
          <a:latin typeface="Arial" charset="0"/>
          <a:ea typeface="MS PGothic" panose="020B0600070205080204" pitchFamily="34" charset="-128"/>
        </a:defRPr>
      </a:lvl4pPr>
      <a:lvl5pPr marL="1795463" indent="-179388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-"/>
        <a:tabLst>
          <a:tab pos="174625" algn="l"/>
        </a:tabLst>
        <a:defRPr sz="1400">
          <a:solidFill>
            <a:srgbClr val="FF6600"/>
          </a:solidFill>
          <a:latin typeface="Arial" charset="0"/>
          <a:ea typeface="MS PGothic" panose="020B0600070205080204" pitchFamily="34" charset="-128"/>
        </a:defRPr>
      </a:lvl5pPr>
      <a:lvl6pPr marL="2252663" indent="-1793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174625" algn="l"/>
        </a:tabLst>
        <a:defRPr sz="1400">
          <a:solidFill>
            <a:schemeClr val="tx2"/>
          </a:solidFill>
          <a:latin typeface="+mn-lt"/>
          <a:ea typeface="+mn-ea"/>
        </a:defRPr>
      </a:lvl6pPr>
      <a:lvl7pPr marL="2709863" indent="-1793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174625" algn="l"/>
        </a:tabLst>
        <a:defRPr sz="1400">
          <a:solidFill>
            <a:schemeClr val="tx2"/>
          </a:solidFill>
          <a:latin typeface="+mn-lt"/>
          <a:ea typeface="+mn-ea"/>
        </a:defRPr>
      </a:lvl7pPr>
      <a:lvl8pPr marL="3167063" indent="-1793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174625" algn="l"/>
        </a:tabLst>
        <a:defRPr sz="1400">
          <a:solidFill>
            <a:schemeClr val="tx2"/>
          </a:solidFill>
          <a:latin typeface="+mn-lt"/>
          <a:ea typeface="+mn-ea"/>
        </a:defRPr>
      </a:lvl8pPr>
      <a:lvl9pPr marL="3624263" indent="-1793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174625" algn="l"/>
        </a:tabLst>
        <a:defRPr sz="1400">
          <a:solidFill>
            <a:schemeClr val="tx2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u texte 2">
            <a:extLst>
              <a:ext uri="{FF2B5EF4-FFF2-40B4-BE49-F238E27FC236}">
                <a16:creationId xmlns:a16="http://schemas.microsoft.com/office/drawing/2014/main" id="{72EF8FA5-E06B-E7D1-2BF8-95B62A15CEC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74663" y="3933825"/>
            <a:ext cx="8229600" cy="230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fr-FR"/>
          </a:p>
          <a:p>
            <a:pPr lvl="0"/>
            <a:r>
              <a:rPr lang="en-GB" altLang="fr-FR"/>
              <a:t>    Cliquez pour modifier les styles du texte du masque</a:t>
            </a:r>
          </a:p>
          <a:p>
            <a:pPr lvl="1"/>
            <a:r>
              <a:rPr lang="en-GB" altLang="fr-FR"/>
              <a:t>  Deuxième niveau</a:t>
            </a:r>
          </a:p>
          <a:p>
            <a:pPr lvl="2"/>
            <a:r>
              <a:rPr lang="en-GB" altLang="fr-FR"/>
              <a:t>Troisième niveau</a:t>
            </a:r>
          </a:p>
          <a:p>
            <a:pPr lvl="3"/>
            <a:r>
              <a:rPr lang="en-GB" altLang="fr-FR"/>
              <a:t>  Quatrième niveau</a:t>
            </a:r>
          </a:p>
          <a:p>
            <a:pPr lvl="4"/>
            <a:r>
              <a:rPr lang="en-GB" altLang="fr-FR"/>
              <a:t> Cinquième niveau</a:t>
            </a:r>
          </a:p>
        </p:txBody>
      </p:sp>
      <p:sp>
        <p:nvSpPr>
          <p:cNvPr id="27651" name="Espace réservé du titre 1">
            <a:extLst>
              <a:ext uri="{FF2B5EF4-FFF2-40B4-BE49-F238E27FC236}">
                <a16:creationId xmlns:a16="http://schemas.microsoft.com/office/drawing/2014/main" id="{66BE2ADA-7714-BFF1-64B6-B79BE5251B5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55650" y="2133600"/>
            <a:ext cx="7920038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/>
              <a:t>Cliquez et modifiez le titre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8867" r:id="rId1"/>
    <p:sldLayoutId id="2147488827" r:id="rId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charset="0"/>
        </a:defRPr>
      </a:lvl9pPr>
    </p:titleStyle>
    <p:bodyStyle>
      <a:lvl1pPr marL="271463" indent="-271463" algn="l" rtl="0" eaLnBrk="0" fontAlgn="base" hangingPunct="0">
        <a:spcBef>
          <a:spcPct val="20000"/>
        </a:spcBef>
        <a:spcAft>
          <a:spcPct val="0"/>
        </a:spcAft>
        <a:buClr>
          <a:srgbClr val="008000"/>
        </a:buClr>
        <a:buSzPct val="110000"/>
        <a:buFont typeface="Arial" panose="020B0604020202020204" pitchFamily="34" charset="0"/>
        <a:buChar char="■"/>
        <a:tabLst>
          <a:tab pos="174625" algn="l"/>
        </a:tabLst>
        <a:defRPr sz="2000">
          <a:solidFill>
            <a:schemeClr val="tx1"/>
          </a:solidFill>
          <a:latin typeface="Arial" charset="0"/>
          <a:ea typeface="MS PGothic" panose="020B0600070205080204" pitchFamily="34" charset="-128"/>
          <a:cs typeface="MS PGothic" pitchFamily="34" charset="-128"/>
        </a:defRPr>
      </a:lvl1pPr>
      <a:lvl2pPr marL="719138" indent="-268288" algn="l" rtl="0" eaLnBrk="0" fontAlgn="base" hangingPunct="0">
        <a:spcBef>
          <a:spcPct val="20000"/>
        </a:spcBef>
        <a:spcAft>
          <a:spcPct val="0"/>
        </a:spcAft>
        <a:buClr>
          <a:srgbClr val="008000"/>
        </a:buClr>
        <a:buSzPct val="80000"/>
        <a:buFont typeface="Wingdings 2" pitchFamily="2" charset="2"/>
        <a:buChar char="¦"/>
        <a:tabLst>
          <a:tab pos="174625" algn="l"/>
        </a:tabLst>
        <a:defRPr>
          <a:solidFill>
            <a:schemeClr val="tx1"/>
          </a:solidFill>
          <a:latin typeface="Arial" charset="0"/>
          <a:ea typeface="MS PGothic" panose="020B0600070205080204" pitchFamily="34" charset="-128"/>
        </a:defRPr>
      </a:lvl2pPr>
      <a:lvl3pPr marL="1077913" indent="-1793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■"/>
        <a:tabLst>
          <a:tab pos="174625" algn="l"/>
        </a:tabLst>
        <a:defRPr sz="1600">
          <a:solidFill>
            <a:schemeClr val="tx1"/>
          </a:solidFill>
          <a:latin typeface="Arial" charset="0"/>
          <a:ea typeface="MS PGothic" panose="020B0600070205080204" pitchFamily="34" charset="-128"/>
        </a:defRPr>
      </a:lvl3pPr>
      <a:lvl4pPr marL="1436688" indent="-179388" algn="l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Arial" panose="020B0604020202020204" pitchFamily="34" charset="0"/>
        <a:buChar char="-"/>
        <a:tabLst>
          <a:tab pos="174625" algn="l"/>
        </a:tabLst>
        <a:defRPr sz="1400">
          <a:solidFill>
            <a:srgbClr val="FF6600"/>
          </a:solidFill>
          <a:latin typeface="Arial" charset="0"/>
          <a:ea typeface="MS PGothic" panose="020B0600070205080204" pitchFamily="34" charset="-128"/>
        </a:defRPr>
      </a:lvl4pPr>
      <a:lvl5pPr marL="1795463" indent="-179388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-"/>
        <a:tabLst>
          <a:tab pos="174625" algn="l"/>
        </a:tabLst>
        <a:defRPr sz="1400">
          <a:solidFill>
            <a:srgbClr val="FF6600"/>
          </a:solidFill>
          <a:latin typeface="Arial" charset="0"/>
          <a:ea typeface="MS PGothic" panose="020B0600070205080204" pitchFamily="34" charset="-128"/>
        </a:defRPr>
      </a:lvl5pPr>
      <a:lvl6pPr marL="2252663" indent="-1793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174625" algn="l"/>
        </a:tabLst>
        <a:defRPr sz="1400">
          <a:solidFill>
            <a:schemeClr val="tx2"/>
          </a:solidFill>
          <a:latin typeface="+mn-lt"/>
          <a:ea typeface="+mn-ea"/>
        </a:defRPr>
      </a:lvl6pPr>
      <a:lvl7pPr marL="2709863" indent="-1793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174625" algn="l"/>
        </a:tabLst>
        <a:defRPr sz="1400">
          <a:solidFill>
            <a:schemeClr val="tx2"/>
          </a:solidFill>
          <a:latin typeface="+mn-lt"/>
          <a:ea typeface="+mn-ea"/>
        </a:defRPr>
      </a:lvl7pPr>
      <a:lvl8pPr marL="3167063" indent="-1793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174625" algn="l"/>
        </a:tabLst>
        <a:defRPr sz="1400">
          <a:solidFill>
            <a:schemeClr val="tx2"/>
          </a:solidFill>
          <a:latin typeface="+mn-lt"/>
          <a:ea typeface="+mn-ea"/>
        </a:defRPr>
      </a:lvl8pPr>
      <a:lvl9pPr marL="3624263" indent="-1793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174625" algn="l"/>
        </a:tabLst>
        <a:defRPr sz="1400">
          <a:solidFill>
            <a:schemeClr val="tx2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u titre 1">
            <a:extLst>
              <a:ext uri="{FF2B5EF4-FFF2-40B4-BE49-F238E27FC236}">
                <a16:creationId xmlns:a16="http://schemas.microsoft.com/office/drawing/2014/main" id="{3CBB1E6E-6A30-825E-5C86-710F3613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et modifiez le titre</a:t>
            </a:r>
          </a:p>
        </p:txBody>
      </p:sp>
      <p:sp>
        <p:nvSpPr>
          <p:cNvPr id="29699" name="Espace réservé du texte 2">
            <a:extLst>
              <a:ext uri="{FF2B5EF4-FFF2-40B4-BE49-F238E27FC236}">
                <a16:creationId xmlns:a16="http://schemas.microsoft.com/office/drawing/2014/main" id="{68E2CE47-FC21-A485-2E90-C5163258DBB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1CEB24-67FA-8301-B850-3B11DBF790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1BA2EBED-A52B-3342-9E02-973E03DB39A8}" type="datetime1">
              <a:rPr lang="fr-FR" altLang="fr-FR" smtClean="0"/>
              <a:t>14/10/2026</a:t>
            </a:fld>
            <a:endParaRPr lang="fr-FR" alt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F485CE-C057-3840-0F84-377971169E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E95360-792E-5369-7086-33F3D8E07A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7A00F9AE-0324-DB4E-9881-DD78C6C5FAC8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8828" r:id="rId1"/>
    <p:sldLayoutId id="2147488829" r:id="rId2"/>
    <p:sldLayoutId id="2147488830" r:id="rId3"/>
    <p:sldLayoutId id="2147488831" r:id="rId4"/>
    <p:sldLayoutId id="2147488832" r:id="rId5"/>
    <p:sldLayoutId id="2147488833" r:id="rId6"/>
    <p:sldLayoutId id="2147488834" r:id="rId7"/>
    <p:sldLayoutId id="2147488835" r:id="rId8"/>
    <p:sldLayoutId id="2147488836" r:id="rId9"/>
    <p:sldLayoutId id="2147488837" r:id="rId10"/>
    <p:sldLayoutId id="2147488838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u titre 1">
            <a:extLst>
              <a:ext uri="{FF2B5EF4-FFF2-40B4-BE49-F238E27FC236}">
                <a16:creationId xmlns:a16="http://schemas.microsoft.com/office/drawing/2014/main" id="{6F7EE72B-F6DD-14D8-7DEC-C3A65B49EEC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et modifiez le titre</a:t>
            </a:r>
          </a:p>
        </p:txBody>
      </p:sp>
      <p:sp>
        <p:nvSpPr>
          <p:cNvPr id="41987" name="Espace réservé du texte 2">
            <a:extLst>
              <a:ext uri="{FF2B5EF4-FFF2-40B4-BE49-F238E27FC236}">
                <a16:creationId xmlns:a16="http://schemas.microsoft.com/office/drawing/2014/main" id="{F36F42E0-E5E6-2E38-B421-22428462313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A16FFF3-9A5A-B86C-B013-B114E173CB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1344FFCC-769D-3346-9E83-732055AF6DDB}" type="datetime1">
              <a:rPr lang="fr-FR" altLang="fr-FR" smtClean="0"/>
              <a:t>14/10/2026</a:t>
            </a:fld>
            <a:endParaRPr lang="fr-FR" alt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5FBDE9-2D6E-6A89-3920-A0403F90AD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535B04-8A34-890E-BFAE-2E315CE883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885684D1-B599-464C-9ED3-06EA41216440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8839" r:id="rId1"/>
    <p:sldLayoutId id="2147488840" r:id="rId2"/>
    <p:sldLayoutId id="2147488841" r:id="rId3"/>
    <p:sldLayoutId id="2147488842" r:id="rId4"/>
    <p:sldLayoutId id="2147488843" r:id="rId5"/>
    <p:sldLayoutId id="2147488844" r:id="rId6"/>
    <p:sldLayoutId id="2147488845" r:id="rId7"/>
    <p:sldLayoutId id="2147488846" r:id="rId8"/>
    <p:sldLayoutId id="2147488847" r:id="rId9"/>
    <p:sldLayoutId id="2147488848" r:id="rId10"/>
    <p:sldLayoutId id="214748884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4.xml"/><Relationship Id="rId4" Type="http://schemas.openxmlformats.org/officeDocument/2006/relationships/image" Target="../media/image1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4.xml"/><Relationship Id="rId4" Type="http://schemas.openxmlformats.org/officeDocument/2006/relationships/image" Target="../media/image1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0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0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0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5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5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5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5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5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5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5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0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0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0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0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54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ZoneTexte 1">
            <a:extLst>
              <a:ext uri="{FF2B5EF4-FFF2-40B4-BE49-F238E27FC236}">
                <a16:creationId xmlns:a16="http://schemas.microsoft.com/office/drawing/2014/main" id="{2E281067-7643-76A1-C8F5-037A686A56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5050" y="3112978"/>
            <a:ext cx="71723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fr-FR" sz="3600" dirty="0">
                <a:solidFill>
                  <a:srgbClr val="000090"/>
                </a:solidFill>
                <a:latin typeface="Calibri Light" panose="020F0302020204030204" pitchFamily="34" charset="0"/>
              </a:rPr>
              <a:t>Python for </a:t>
            </a:r>
            <a:r>
              <a:rPr lang="en-GB" altLang="fr-FR" sz="3600" dirty="0">
                <a:solidFill>
                  <a:srgbClr val="C00000"/>
                </a:solidFill>
                <a:latin typeface="Calibri Light" panose="020F0302020204030204" pitchFamily="34" charset="0"/>
              </a:rPr>
              <a:t>data science</a:t>
            </a:r>
          </a:p>
        </p:txBody>
      </p:sp>
      <p:sp>
        <p:nvSpPr>
          <p:cNvPr id="56322" name="ZoneTexte 1">
            <a:extLst>
              <a:ext uri="{FF2B5EF4-FFF2-40B4-BE49-F238E27FC236}">
                <a16:creationId xmlns:a16="http://schemas.microsoft.com/office/drawing/2014/main" id="{D2E040BF-30EC-DBA4-0B66-4F7836A7AD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5050" y="4116388"/>
            <a:ext cx="7172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>
                <a:latin typeface="Calibri Light" panose="020F0302020204030204" pitchFamily="34" charset="0"/>
              </a:rPr>
              <a:t>Nicolas Vannson, PhD</a:t>
            </a:r>
          </a:p>
        </p:txBody>
      </p:sp>
      <p:sp>
        <p:nvSpPr>
          <p:cNvPr id="56323" name="ZoneTexte 1">
            <a:extLst>
              <a:ext uri="{FF2B5EF4-FFF2-40B4-BE49-F238E27FC236}">
                <a16:creationId xmlns:a16="http://schemas.microsoft.com/office/drawing/2014/main" id="{2129A287-E776-D5CF-8F20-B4CBADC1F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5050" y="4799013"/>
            <a:ext cx="71723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fr-FR" sz="1400" i="1" dirty="0">
                <a:latin typeface="Calibri Light" panose="020F0302020204030204" pitchFamily="34" charset="0"/>
              </a:rPr>
              <a:t>TBS - 2026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 A bit of presentation?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58371" name="ZoneTexte 5">
            <a:extLst>
              <a:ext uri="{FF2B5EF4-FFF2-40B4-BE49-F238E27FC236}">
                <a16:creationId xmlns:a16="http://schemas.microsoft.com/office/drawing/2014/main" id="{D62A8895-E46F-B13B-DECD-1244CC344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9" y="1858963"/>
            <a:ext cx="8272463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fr-FR" sz="1800" dirty="0">
                <a:latin typeface="Calibri Light" panose="020F0302020204030204" pitchFamily="34" charset="0"/>
              </a:rPr>
              <a:t>Nicolas Vannson, </a:t>
            </a:r>
            <a:r>
              <a:rPr lang="en-GB" altLang="fr-FR" sz="1800" dirty="0">
                <a:solidFill>
                  <a:srgbClr val="000090"/>
                </a:solidFill>
                <a:latin typeface="Calibri Light" panose="020F0302020204030204" pitchFamily="34" charset="0"/>
              </a:rPr>
              <a:t>PhD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fr-FR" sz="1800" dirty="0">
              <a:latin typeface="Calibri Light" panose="020F030202020403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fr-FR" sz="1800" dirty="0">
                <a:latin typeface="Calibri Light" panose="020F0302020204030204" pitchFamily="34" charset="0"/>
              </a:rPr>
              <a:t>Audiologist @ Brussels in 2010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fr-FR" sz="1800" dirty="0">
                <a:latin typeface="Calibri Light" panose="020F0302020204030204" pitchFamily="34" charset="0"/>
              </a:rPr>
              <a:t>Master in healthcare @ Montpellier in 2012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fr-FR" sz="1800" dirty="0">
                <a:latin typeface="Calibri Light" panose="020F0302020204030204" pitchFamily="34" charset="0"/>
              </a:rPr>
              <a:t>PhD in auditory neuroscience @ Toulouse in 2016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fr-FR" sz="1800" dirty="0">
              <a:latin typeface="Calibri Light" panose="020F030202020403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fr-FR" sz="1800" dirty="0">
                <a:solidFill>
                  <a:srgbClr val="000090"/>
                </a:solidFill>
                <a:latin typeface="Calibri Light" panose="020F0302020204030204" pitchFamily="34" charset="0"/>
              </a:rPr>
              <a:t>Yesterday : </a:t>
            </a:r>
            <a:endParaRPr lang="en-GB" altLang="fr-FR" sz="1800" dirty="0">
              <a:latin typeface="Calibri Light" panose="020F030202020403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fr-FR" sz="1800" dirty="0">
                <a:latin typeface="Calibri Light" panose="020F0302020204030204" pitchFamily="34" charset="0"/>
              </a:rPr>
              <a:t>Audiologist / CNRS associate researcher/ lecturer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fr-FR" sz="1800" dirty="0">
              <a:latin typeface="Calibri Light" panose="020F030202020403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fr-FR" sz="1800" dirty="0">
                <a:solidFill>
                  <a:srgbClr val="000090"/>
                </a:solidFill>
                <a:latin typeface="Calibri Light" panose="020F0302020204030204" pitchFamily="34" charset="0"/>
              </a:rPr>
              <a:t>Today :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fr-FR" sz="1800" dirty="0">
                <a:latin typeface="Calibri Light" panose="020F0302020204030204" pitchFamily="34" charset="0"/>
              </a:rPr>
              <a:t>Hearing Data Scientist –  founder of Hearing Data Science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43B5289E-3AA2-7BA4-360A-3615E8644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E6F7F01-94FC-337F-28C3-0CA01B8CD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2</a:t>
            </a:fld>
            <a:endParaRPr lang="fr-FR" alt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Courses menu and evaluation?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58371" name="ZoneTexte 5">
            <a:extLst>
              <a:ext uri="{FF2B5EF4-FFF2-40B4-BE49-F238E27FC236}">
                <a16:creationId xmlns:a16="http://schemas.microsoft.com/office/drawing/2014/main" id="{D62A8895-E46F-B13B-DECD-1244CC344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9" y="1997839"/>
            <a:ext cx="8272463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fr-FR" sz="1800" dirty="0">
                <a:solidFill>
                  <a:srgbClr val="000090"/>
                </a:solidFill>
                <a:latin typeface="Calibri Light" panose="020F0302020204030204" pitchFamily="34" charset="0"/>
              </a:rPr>
              <a:t>Courses : </a:t>
            </a:r>
            <a:endParaRPr lang="en-GB" altLang="fr-FR" sz="1800" dirty="0">
              <a:latin typeface="Calibri Light" panose="020F030202020403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fr-FR" sz="1800" dirty="0">
                <a:latin typeface="Calibri Light" panose="020F0302020204030204" pitchFamily="34" charset="0"/>
              </a:rPr>
              <a:t>Python for data science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fr-FR" sz="1800" dirty="0">
                <a:latin typeface="Calibri Light" panose="020F0302020204030204" pitchFamily="34" charset="0"/>
              </a:rPr>
              <a:t>Advanced python for data science (December)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fr-FR" sz="1800" dirty="0">
              <a:latin typeface="Calibri Light" panose="020F030202020403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fr-FR" sz="1800" dirty="0">
                <a:solidFill>
                  <a:srgbClr val="000090"/>
                </a:solidFill>
                <a:latin typeface="Calibri Light" panose="020F0302020204030204" pitchFamily="34" charset="0"/>
              </a:rPr>
              <a:t>Evaluations :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fr-FR" sz="1800" dirty="0">
                <a:latin typeface="Calibri Light" panose="020F0302020204030204" pitchFamily="34" charset="0"/>
              </a:rPr>
              <a:t>Python for data science - personal project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fr-FR" sz="1800" dirty="0">
                <a:latin typeface="Calibri Light" panose="020F0302020204030204" pitchFamily="34" charset="0"/>
              </a:rPr>
              <a:t>Advanced python for data science – group project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fr-FR" sz="1800" dirty="0">
              <a:latin typeface="Calibri Light" panose="020F030202020403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fr-FR" sz="1800" dirty="0">
                <a:solidFill>
                  <a:srgbClr val="000090"/>
                </a:solidFill>
                <a:latin typeface="Calibri Light" panose="020F0302020204030204" pitchFamily="34" charset="0"/>
              </a:rPr>
              <a:t>Overall :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fr-FR" sz="1800" dirty="0">
                <a:latin typeface="Calibri Light" panose="020F0302020204030204" pitchFamily="34" charset="0"/>
              </a:rPr>
              <a:t>Questions (MCQ) for your final year project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AAF9C5A-E5F6-38D1-F3F8-173D24505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AA45CB2-1736-7BBF-FF3B-454104050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3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475151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Objectives?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58371" name="ZoneTexte 5">
            <a:extLst>
              <a:ext uri="{FF2B5EF4-FFF2-40B4-BE49-F238E27FC236}">
                <a16:creationId xmlns:a16="http://schemas.microsoft.com/office/drawing/2014/main" id="{D62A8895-E46F-B13B-DECD-1244CC344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9" y="2579537"/>
            <a:ext cx="8272463" cy="169892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GB" sz="18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Master the basics of data analysis </a:t>
            </a:r>
          </a:p>
          <a:p>
            <a:pPr marL="342900" indent="-342900">
              <a:buFont typeface="+mj-lt"/>
              <a:buAutoNum type="arabicPeriod"/>
            </a:pPr>
            <a:endParaRPr lang="en-GB" altLang="fr-FR" sz="1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8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Create data visualisation &amp; manipulating </a:t>
            </a:r>
            <a:r>
              <a:rPr lang="en-GB" sz="1800" dirty="0" err="1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DataFrame</a:t>
            </a:r>
            <a:endParaRPr lang="en-GB" sz="1800" dirty="0">
              <a:effectLst/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GB" sz="1800" dirty="0">
              <a:effectLst/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8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Write your own function </a:t>
            </a:r>
            <a:endParaRPr lang="en-GB" sz="800" dirty="0">
              <a:effectLst/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34E0E751-876E-245F-F0F7-4D82494B6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15F64BF-EA3E-BF1C-B6D6-BA4316BF7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4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091598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52D859-0C50-7F9D-08D8-889E44EA8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0" dirty="0">
                <a:latin typeface="Calibri Light" panose="020F0302020204030204" pitchFamily="34" charset="0"/>
                <a:cs typeface="Calibri Light" panose="020F0302020204030204" pitchFamily="34" charset="0"/>
              </a:rPr>
              <a:t>WHY PYTHON?</a:t>
            </a: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020A21A7-612B-6347-D3EE-68C45DD91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2313" y="5315045"/>
            <a:ext cx="1013188" cy="1110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C03393D-5911-DABC-218D-95C6F84E9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787B6B0-3F41-CA8D-A819-E0543076D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644B14-5C44-904A-A7D8-F9A5236995E2}" type="slidenum">
              <a:rPr lang="fr-FR" altLang="fr-FR" smtClean="0"/>
              <a:pPr>
                <a:defRPr/>
              </a:pPr>
              <a:t>5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891210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re 1">
            <a:extLst>
              <a:ext uri="{FF2B5EF4-FFF2-40B4-BE49-F238E27FC236}">
                <a16:creationId xmlns:a16="http://schemas.microsoft.com/office/drawing/2014/main" id="{EDB8411B-C06E-A481-8A50-F8CB1F4FBDFF}"/>
              </a:ext>
            </a:extLst>
          </p:cNvPr>
          <p:cNvSpPr txBox="1">
            <a:spLocks/>
          </p:cNvSpPr>
          <p:nvPr/>
        </p:nvSpPr>
        <p:spPr bwMode="auto">
          <a:xfrm>
            <a:off x="581025" y="296863"/>
            <a:ext cx="8105775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Why Python?</a:t>
            </a:r>
          </a:p>
        </p:txBody>
      </p:sp>
      <p:pic>
        <p:nvPicPr>
          <p:cNvPr id="2" name="Image 4">
            <a:extLst>
              <a:ext uri="{FF2B5EF4-FFF2-40B4-BE49-F238E27FC236}">
                <a16:creationId xmlns:a16="http://schemas.microsoft.com/office/drawing/2014/main" id="{A77086C6-2BE6-E9EE-0F44-AC52A69F48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89"/>
          <a:stretch/>
        </p:blipFill>
        <p:spPr bwMode="auto">
          <a:xfrm>
            <a:off x="163141" y="1993681"/>
            <a:ext cx="8817719" cy="287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FC1C10E-C5E7-809E-BAB3-D778F5D3D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28BCA5F-42D3-E9E0-7FD3-016914BF3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6</a:t>
            </a:fld>
            <a:endParaRPr lang="fr-FR" alt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re 1">
            <a:extLst>
              <a:ext uri="{FF2B5EF4-FFF2-40B4-BE49-F238E27FC236}">
                <a16:creationId xmlns:a16="http://schemas.microsoft.com/office/drawing/2014/main" id="{EDB8411B-C06E-A481-8A50-F8CB1F4FBDFF}"/>
              </a:ext>
            </a:extLst>
          </p:cNvPr>
          <p:cNvSpPr txBox="1">
            <a:spLocks/>
          </p:cNvSpPr>
          <p:nvPr/>
        </p:nvSpPr>
        <p:spPr bwMode="auto">
          <a:xfrm>
            <a:off x="581025" y="296863"/>
            <a:ext cx="8105775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Python vs R?</a:t>
            </a:r>
          </a:p>
        </p:txBody>
      </p:sp>
      <p:graphicFrame>
        <p:nvGraphicFramePr>
          <p:cNvPr id="2" name="Tableau 3">
            <a:extLst>
              <a:ext uri="{FF2B5EF4-FFF2-40B4-BE49-F238E27FC236}">
                <a16:creationId xmlns:a16="http://schemas.microsoft.com/office/drawing/2014/main" id="{7C89AB76-ED52-68C1-D20E-A443B190BD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631410"/>
              </p:ext>
            </p:extLst>
          </p:nvPr>
        </p:nvGraphicFramePr>
        <p:xfrm>
          <a:off x="406101" y="2097737"/>
          <a:ext cx="8331798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340">
                  <a:extLst>
                    <a:ext uri="{9D8B030D-6E8A-4147-A177-3AD203B41FA5}">
                      <a16:colId xmlns:a16="http://schemas.microsoft.com/office/drawing/2014/main" val="2805047008"/>
                    </a:ext>
                  </a:extLst>
                </a:gridCol>
                <a:gridCol w="3014111">
                  <a:extLst>
                    <a:ext uri="{9D8B030D-6E8A-4147-A177-3AD203B41FA5}">
                      <a16:colId xmlns:a16="http://schemas.microsoft.com/office/drawing/2014/main" val="3646789405"/>
                    </a:ext>
                  </a:extLst>
                </a:gridCol>
                <a:gridCol w="3548347">
                  <a:extLst>
                    <a:ext uri="{9D8B030D-6E8A-4147-A177-3AD203B41FA5}">
                      <a16:colId xmlns:a16="http://schemas.microsoft.com/office/drawing/2014/main" val="1342787796"/>
                    </a:ext>
                  </a:extLst>
                </a:gridCol>
              </a:tblGrid>
              <a:tr h="251281">
                <a:tc>
                  <a:txBody>
                    <a:bodyPr/>
                    <a:lstStyle/>
                    <a:p>
                      <a:pPr algn="ctr"/>
                      <a:endParaRPr lang="en-GB" sz="1800" b="1" i="0" noProof="0" dirty="0">
                        <a:solidFill>
                          <a:schemeClr val="tx1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noProof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Python</a:t>
                      </a:r>
                      <a:endParaRPr lang="en-GB" sz="1800" b="0" i="0" noProof="0" dirty="0">
                        <a:solidFill>
                          <a:schemeClr val="tx1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noProof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</a:t>
                      </a:r>
                      <a:endParaRPr lang="en-GB" sz="1800" b="0" i="0" noProof="0" dirty="0">
                        <a:solidFill>
                          <a:schemeClr val="tx1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280247"/>
                  </a:ext>
                </a:extLst>
              </a:tr>
              <a:tr h="252431">
                <a:tc>
                  <a:txBody>
                    <a:bodyPr/>
                    <a:lstStyle/>
                    <a:p>
                      <a:pPr algn="ctr"/>
                      <a:r>
                        <a:rPr lang="fr-FR" sz="1800" b="1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Origin and </a:t>
                      </a:r>
                      <a:r>
                        <a:rPr lang="fr-FR" sz="1800" b="1" i="0" dirty="0" err="1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purpose</a:t>
                      </a:r>
                      <a:endParaRPr lang="en-GB" sz="1800" b="1" i="0" noProof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General-</a:t>
                      </a:r>
                      <a:r>
                        <a:rPr lang="fr-FR" sz="1800" b="0" i="0" dirty="0" err="1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purpose</a:t>
                      </a:r>
                      <a:r>
                        <a:rPr lang="fr-FR" sz="18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fr-FR" sz="1800" b="0" i="0" dirty="0" err="1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programming</a:t>
                      </a:r>
                      <a:r>
                        <a:rPr lang="fr-FR" sz="18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fr-FR" sz="1800" b="0" i="0" dirty="0" err="1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language</a:t>
                      </a:r>
                      <a:endParaRPr lang="en-GB" sz="1800" b="0" i="0" noProof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i="0" dirty="0" err="1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Language</a:t>
                      </a:r>
                      <a:r>
                        <a:rPr lang="fr-FR" sz="18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and </a:t>
                      </a:r>
                      <a:r>
                        <a:rPr lang="fr-FR" sz="1800" b="0" i="0" dirty="0" err="1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environment</a:t>
                      </a:r>
                      <a:r>
                        <a:rPr lang="fr-FR" sz="18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for </a:t>
                      </a:r>
                      <a:r>
                        <a:rPr lang="fr-FR" sz="1800" b="0" i="0" dirty="0" err="1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statistical</a:t>
                      </a:r>
                      <a:r>
                        <a:rPr lang="fr-FR" sz="18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fr-FR" sz="1800" b="0" i="0" dirty="0" err="1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computing</a:t>
                      </a:r>
                      <a:endParaRPr lang="en-GB" sz="1800" b="0" i="0" noProof="0" dirty="0">
                        <a:solidFill>
                          <a:srgbClr val="00000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956280"/>
                  </a:ext>
                </a:extLst>
              </a:tr>
              <a:tr h="417650">
                <a:tc>
                  <a:txBody>
                    <a:bodyPr/>
                    <a:lstStyle/>
                    <a:p>
                      <a:pPr algn="ctr"/>
                      <a:r>
                        <a:rPr lang="en-GB" sz="1800" b="1" i="0" noProof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Data Analysis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Powerful with </a:t>
                      </a:r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Pandas</a:t>
                      </a:r>
                      <a:r>
                        <a:rPr lang="en-GB" sz="18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&amp; </a:t>
                      </a:r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NumPy</a:t>
                      </a:r>
                      <a:r>
                        <a:rPr lang="en-GB" sz="18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</a:t>
                      </a:r>
                      <a:endParaRPr lang="en-GB" sz="1800" b="0" i="0" noProof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Data frames </a:t>
                      </a:r>
                      <a:r>
                        <a:rPr lang="fr-FR" sz="1800" b="0" i="0" dirty="0" err="1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built</a:t>
                      </a:r>
                      <a:r>
                        <a:rPr lang="fr-FR" sz="18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fr-FR" sz="1800" b="0" i="0" dirty="0" err="1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into</a:t>
                      </a:r>
                      <a:r>
                        <a:rPr lang="fr-FR" sz="18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the </a:t>
                      </a:r>
                      <a:r>
                        <a:rPr lang="fr-FR" sz="1800" b="0" i="0" dirty="0" err="1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language</a:t>
                      </a:r>
                      <a:r>
                        <a:rPr lang="fr-FR" sz="18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, </a:t>
                      </a:r>
                      <a:r>
                        <a:rPr lang="fr-FR" sz="1800" b="0" i="0" dirty="0" err="1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tidyverse</a:t>
                      </a:r>
                      <a:endParaRPr lang="en-GB" sz="1800" b="0" i="0" noProof="0" dirty="0">
                        <a:solidFill>
                          <a:srgbClr val="00000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5954887"/>
                  </a:ext>
                </a:extLst>
              </a:tr>
              <a:tr h="417650">
                <a:tc>
                  <a:txBody>
                    <a:bodyPr/>
                    <a:lstStyle/>
                    <a:p>
                      <a:pPr algn="ctr"/>
                      <a:r>
                        <a:rPr lang="en-GB" sz="1800" b="1" i="0" noProof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Data Visualization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i="0" dirty="0" err="1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Matplotlib</a:t>
                      </a:r>
                      <a:r>
                        <a:rPr lang="fr-FR" sz="18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, </a:t>
                      </a:r>
                      <a:r>
                        <a:rPr lang="fr-FR" sz="1800" b="0" i="0" dirty="0" err="1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Seaborn</a:t>
                      </a:r>
                      <a:r>
                        <a:rPr lang="fr-FR" sz="18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, </a:t>
                      </a:r>
                      <a:r>
                        <a:rPr lang="fr-FR" sz="1800" b="0" i="0" dirty="0" err="1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Plotly</a:t>
                      </a:r>
                      <a:endParaRPr lang="en-GB" sz="1800" b="0" i="0" noProof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ggplot2 (</a:t>
                      </a:r>
                      <a:r>
                        <a:rPr lang="fr-FR" sz="1800" b="0" i="0" dirty="0" err="1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grammar</a:t>
                      </a:r>
                      <a:r>
                        <a:rPr lang="fr-FR" sz="18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of </a:t>
                      </a:r>
                      <a:r>
                        <a:rPr lang="fr-FR" sz="1800" b="0" i="0" dirty="0" err="1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graphics</a:t>
                      </a:r>
                      <a:r>
                        <a:rPr lang="fr-FR" sz="18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)</a:t>
                      </a:r>
                      <a:endParaRPr lang="en-GB" sz="1800" b="0" i="0" noProof="0" dirty="0">
                        <a:solidFill>
                          <a:srgbClr val="00000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187266"/>
                  </a:ext>
                </a:extLst>
              </a:tr>
              <a:tr h="720876">
                <a:tc>
                  <a:txBody>
                    <a:bodyPr/>
                    <a:lstStyle/>
                    <a:p>
                      <a:pPr algn="ctr"/>
                      <a:r>
                        <a:rPr lang="fr-FR" sz="1800" b="1" i="0" dirty="0" err="1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Modelling</a:t>
                      </a:r>
                      <a:r>
                        <a:rPr lang="fr-FR" sz="1800" b="1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and </a:t>
                      </a:r>
                      <a:r>
                        <a:rPr lang="fr-FR" sz="1800" b="1" i="0" dirty="0" err="1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deployment</a:t>
                      </a:r>
                      <a:endParaRPr lang="en-GB" sz="1800" b="1" i="0" noProof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Widely used for machine learning and deep learning (Scikit-Learn, PyTorch, TensorFlow).</a:t>
                      </a:r>
                      <a:br>
                        <a:rPr lang="en-GB" sz="1800" b="0" i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</a:br>
                      <a:endParaRPr lang="en-GB" sz="1800" b="0" i="0" noProof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Strong in </a:t>
                      </a:r>
                      <a:r>
                        <a:rPr lang="fr-FR" sz="1800" b="0" i="0" dirty="0" err="1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classical</a:t>
                      </a:r>
                      <a:r>
                        <a:rPr lang="fr-FR" sz="18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fr-FR" sz="1800" b="0" i="0" dirty="0" err="1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statistical</a:t>
                      </a:r>
                      <a:r>
                        <a:rPr lang="fr-FR" sz="18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fr-FR" sz="1800" b="0" i="0" dirty="0" err="1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modelling</a:t>
                      </a:r>
                      <a:r>
                        <a:rPr lang="fr-FR" sz="18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 </a:t>
                      </a:r>
                      <a:r>
                        <a:rPr lang="fr-FR" sz="1800" b="0" i="0" dirty="0" err="1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Shiny</a:t>
                      </a:r>
                      <a:r>
                        <a:rPr lang="fr-FR" sz="18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and </a:t>
                      </a:r>
                      <a:r>
                        <a:rPr lang="fr-FR" sz="1800" b="0" i="0" dirty="0" err="1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plumber</a:t>
                      </a:r>
                      <a:r>
                        <a:rPr lang="fr-FR" sz="18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for apps and APIs</a:t>
                      </a:r>
                      <a:r>
                        <a:rPr lang="en-GB" sz="18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</a:t>
                      </a:r>
                      <a:endParaRPr lang="en-GB" sz="1800" b="0" i="0" noProof="0" dirty="0">
                        <a:solidFill>
                          <a:srgbClr val="00000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4162406"/>
                  </a:ext>
                </a:extLst>
              </a:tr>
            </a:tbl>
          </a:graphicData>
        </a:graphic>
      </p:graphicFrame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16945F9-3067-AEE6-7BA0-C697080ED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C8D3BCB-C30C-48F3-F0C5-16DF0E50B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7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436975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52D859-0C50-7F9D-08D8-889E44EA8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0" dirty="0">
                <a:latin typeface="Calibri Light" panose="020F0302020204030204" pitchFamily="34" charset="0"/>
                <a:cs typeface="Calibri Light" panose="020F0302020204030204" pitchFamily="34" charset="0"/>
              </a:rPr>
              <a:t>WHY DATA SCIENCE?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4AE38CA-08FF-1A3E-79A0-D6D87254F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7EC180E-C21E-D6AB-A5A5-800CC4E20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644B14-5C44-904A-A7D8-F9A5236995E2}" type="slidenum">
              <a:rPr lang="fr-FR" altLang="fr-FR" smtClean="0"/>
              <a:pPr>
                <a:defRPr/>
              </a:pPr>
              <a:t>8</a:t>
            </a:fld>
            <a:endParaRPr lang="fr-FR" alt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6AA1EBF-1E85-875C-2BBC-F89FB9FBA0E4}"/>
              </a:ext>
            </a:extLst>
          </p:cNvPr>
          <p:cNvSpPr txBox="1"/>
          <p:nvPr/>
        </p:nvSpPr>
        <p:spPr>
          <a:xfrm>
            <a:off x="5098958" y="1322175"/>
            <a:ext cx="358784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Calibri Light" panose="020F0302020204030204" pitchFamily="34" charset="0"/>
                <a:cs typeface="Calibri Light" panose="020F0302020204030204" pitchFamily="34" charset="0"/>
              </a:rPr>
              <a:t>“90 %”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D1B7AAA-EAEE-C746-9007-9DD70F4555AE}"/>
              </a:ext>
            </a:extLst>
          </p:cNvPr>
          <p:cNvSpPr txBox="1"/>
          <p:nvPr/>
        </p:nvSpPr>
        <p:spPr>
          <a:xfrm>
            <a:off x="5093746" y="2771044"/>
            <a:ext cx="35930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Guillaume</a:t>
            </a:r>
            <a:r>
              <a:rPr lang="en-GB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 Saint-</a:t>
            </a:r>
            <a:r>
              <a:rPr lang="en-GB" sz="14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Cirgue</a:t>
            </a:r>
            <a:r>
              <a:rPr lang="en-GB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, Machine Learnia founder</a:t>
            </a:r>
          </a:p>
        </p:txBody>
      </p:sp>
    </p:spTree>
    <p:extLst>
      <p:ext uri="{BB962C8B-B14F-4D97-AF65-F5344CB8AC3E}">
        <p14:creationId xmlns:p14="http://schemas.microsoft.com/office/powerpoint/2010/main" val="758971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 Data science a whole process?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pic>
        <p:nvPicPr>
          <p:cNvPr id="2" name="Picture 2" descr="AI vs Machine Learning vs Deep Learning vs Data Science">
            <a:extLst>
              <a:ext uri="{FF2B5EF4-FFF2-40B4-BE49-F238E27FC236}">
                <a16:creationId xmlns:a16="http://schemas.microsoft.com/office/drawing/2014/main" id="{59ED61F7-265C-AB38-582D-020A1B151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04119" y="1128254"/>
            <a:ext cx="4997674" cy="5017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12BDF3D-45CF-C92A-8E65-3311D12807CD}"/>
              </a:ext>
            </a:extLst>
          </p:cNvPr>
          <p:cNvSpPr txBox="1"/>
          <p:nvPr/>
        </p:nvSpPr>
        <p:spPr>
          <a:xfrm>
            <a:off x="2178424" y="6222583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https://</a:t>
            </a:r>
            <a:r>
              <a:rPr lang="fr-FR" sz="16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www.clicdata.com</a:t>
            </a:r>
            <a:endParaRPr lang="fr-FR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E49E5C1-1819-FF25-707B-5DD6B894B2A5}"/>
              </a:ext>
            </a:extLst>
          </p:cNvPr>
          <p:cNvSpPr txBox="1"/>
          <p:nvPr/>
        </p:nvSpPr>
        <p:spPr>
          <a:xfrm>
            <a:off x="7039881" y="2420471"/>
            <a:ext cx="19053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latin typeface="Calibri Light" panose="020F0302020204030204" pitchFamily="34" charset="0"/>
                <a:cs typeface="Calibri Light" panose="020F0302020204030204" pitchFamily="34" charset="0"/>
              </a:rPr>
              <a:t>Pipeline to collect </a:t>
            </a:r>
            <a:br>
              <a:rPr lang="en-GB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dirty="0">
                <a:latin typeface="Calibri Light" panose="020F0302020204030204" pitchFamily="34" charset="0"/>
                <a:cs typeface="Calibri Light" panose="020F0302020204030204" pitchFamily="34" charset="0"/>
              </a:rPr>
              <a:t>data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5F1565E-B17A-45C6-000B-92A8E59B7509}"/>
              </a:ext>
            </a:extLst>
          </p:cNvPr>
          <p:cNvSpPr txBox="1"/>
          <p:nvPr/>
        </p:nvSpPr>
        <p:spPr>
          <a:xfrm>
            <a:off x="5895061" y="1128254"/>
            <a:ext cx="1710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Customer needs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E3EBDF0-0C72-F420-9060-CBDEF1E6AFF5}"/>
              </a:ext>
            </a:extLst>
          </p:cNvPr>
          <p:cNvSpPr txBox="1"/>
          <p:nvPr/>
        </p:nvSpPr>
        <p:spPr>
          <a:xfrm>
            <a:off x="218175" y="2051139"/>
            <a:ext cx="1935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latin typeface="Calibri Light" panose="020F0302020204030204" pitchFamily="34" charset="0"/>
                <a:cs typeface="Calibri Light" panose="020F0302020204030204" pitchFamily="34" charset="0"/>
              </a:rPr>
              <a:t>Report /dashboard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349C2B2-9CFA-B463-CACD-DEF85932075E}"/>
              </a:ext>
            </a:extLst>
          </p:cNvPr>
          <p:cNvSpPr txBox="1"/>
          <p:nvPr/>
        </p:nvSpPr>
        <p:spPr>
          <a:xfrm>
            <a:off x="1121061" y="4483567"/>
            <a:ext cx="795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latin typeface="Calibri Light" panose="020F0302020204030204" pitchFamily="34" charset="0"/>
                <a:cs typeface="Calibri Light" panose="020F0302020204030204" pitchFamily="34" charset="0"/>
              </a:rPr>
              <a:t>ML/DL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65AE621-8C44-4105-7ECD-D47437D89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D046EB8-0FBD-8773-CBC2-CB1A4F201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9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993669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52D859-0C50-7F9D-08D8-889E44EA8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0" dirty="0">
                <a:latin typeface="Calibri Light" panose="020F0302020204030204" pitchFamily="34" charset="0"/>
                <a:cs typeface="Calibri Light" panose="020F0302020204030204" pitchFamily="34" charset="0"/>
              </a:rPr>
              <a:t>BASIC PROGRAMMING</a:t>
            </a: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020A21A7-612B-6347-D3EE-68C45DD91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2313" y="5315045"/>
            <a:ext cx="1013188" cy="1110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C03393D-5911-DABC-218D-95C6F84E9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787B6B0-3F41-CA8D-A819-E0543076D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644B14-5C44-904A-A7D8-F9A5236995E2}" type="slidenum">
              <a:rPr lang="fr-FR" altLang="fr-FR" smtClean="0"/>
              <a:pPr>
                <a:defRPr/>
              </a:pPr>
              <a:t>10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940742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52D859-0C50-7F9D-08D8-889E44EA8AC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 b="0" dirty="0">
                <a:latin typeface="Calibri Light" panose="020F0302020204030204" pitchFamily="34" charset="0"/>
                <a:cs typeface="Calibri Light" panose="020F0302020204030204" pitchFamily="34" charset="0"/>
              </a:rPr>
              <a:t>Let’s practice</a:t>
            </a: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020A21A7-612B-6347-D3EE-68C45DD91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2313" y="5315045"/>
            <a:ext cx="1013188" cy="1110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5">
            <a:extLst>
              <a:ext uri="{FF2B5EF4-FFF2-40B4-BE49-F238E27FC236}">
                <a16:creationId xmlns:a16="http://schemas.microsoft.com/office/drawing/2014/main" id="{CE8F8177-7C68-53C8-EB5D-82B3F9976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56620"/>
            <a:ext cx="3818965" cy="1200329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0"/>
              </a:spcBef>
            </a:pPr>
            <a:r>
              <a:rPr lang="en-GB" altLang="fr-FR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This course is a hands-on course</a:t>
            </a:r>
          </a:p>
          <a:p>
            <a:pPr marL="285750" indent="-285750">
              <a:spcBef>
                <a:spcPct val="0"/>
              </a:spcBef>
            </a:pPr>
            <a:r>
              <a:rPr lang="en-GB" altLang="fr-FR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3 exercises and correction</a:t>
            </a:r>
          </a:p>
          <a:p>
            <a:pPr marL="285750" indent="-285750">
              <a:spcBef>
                <a:spcPct val="0"/>
              </a:spcBef>
            </a:pPr>
            <a:r>
              <a:rPr lang="en-GB" altLang="fr-FR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15-20 minutes for all exercises</a:t>
            </a:r>
          </a:p>
          <a:p>
            <a:pPr marL="285750" indent="-285750">
              <a:spcBef>
                <a:spcPct val="0"/>
              </a:spcBef>
            </a:pPr>
            <a:r>
              <a:rPr lang="en-GB" altLang="fr-FR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Go as your own pace !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7311597-42C8-7E89-27C4-DDC8608CB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E0193E8-0C13-8843-0263-A4FAEC296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644B14-5C44-904A-A7D8-F9A5236995E2}" type="slidenum">
              <a:rPr lang="fr-FR" altLang="fr-FR" smtClean="0"/>
              <a:pPr>
                <a:defRPr/>
              </a:pPr>
              <a:t>11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932309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 VS Code the IDE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CF58B6C6-68B7-AEF5-1181-EE48A42347E5}"/>
              </a:ext>
            </a:extLst>
          </p:cNvPr>
          <p:cNvGrpSpPr/>
          <p:nvPr/>
        </p:nvGrpSpPr>
        <p:grpSpPr>
          <a:xfrm>
            <a:off x="156749" y="968440"/>
            <a:ext cx="8830501" cy="4967157"/>
            <a:chOff x="156750" y="945422"/>
            <a:chExt cx="8830501" cy="4967157"/>
          </a:xfrm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4765861B-20F2-D551-9DE1-8D5D5B6DD2A8}"/>
                </a:ext>
              </a:extLst>
            </p:cNvPr>
            <p:cNvGrpSpPr/>
            <p:nvPr/>
          </p:nvGrpSpPr>
          <p:grpSpPr>
            <a:xfrm>
              <a:off x="156750" y="945422"/>
              <a:ext cx="8830501" cy="4967157"/>
              <a:chOff x="156750" y="945422"/>
              <a:chExt cx="8830501" cy="4967157"/>
            </a:xfrm>
          </p:grpSpPr>
          <p:pic>
            <p:nvPicPr>
              <p:cNvPr id="5" name="Image 4">
                <a:extLst>
                  <a:ext uri="{FF2B5EF4-FFF2-40B4-BE49-F238E27FC236}">
                    <a16:creationId xmlns:a16="http://schemas.microsoft.com/office/drawing/2014/main" id="{75A7ED3A-4DF9-1C03-5B5E-A90E360DF8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6750" y="945422"/>
                <a:ext cx="8830501" cy="4967157"/>
              </a:xfrm>
              <a:prstGeom prst="rect">
                <a:avLst/>
              </a:prstGeom>
            </p:spPr>
          </p:pic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C9E63F89-25C5-371C-A73A-F92D1DADD9EC}"/>
                  </a:ext>
                </a:extLst>
              </p:cNvPr>
              <p:cNvSpPr txBox="1"/>
              <p:nvPr/>
            </p:nvSpPr>
            <p:spPr>
              <a:xfrm>
                <a:off x="1808647" y="4712289"/>
                <a:ext cx="21275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>
                    <a:solidFill>
                      <a:schemeClr val="bg1"/>
                    </a:solidFill>
                  </a:rPr>
                  <a:t>TERMINAL : OUTPUT</a:t>
                </a:r>
              </a:p>
            </p:txBody>
          </p:sp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CA597DCE-8F12-E902-FE0F-CECF5680F7C8}"/>
                  </a:ext>
                </a:extLst>
              </p:cNvPr>
              <p:cNvSpPr txBox="1"/>
              <p:nvPr/>
            </p:nvSpPr>
            <p:spPr>
              <a:xfrm>
                <a:off x="3480956" y="2536671"/>
                <a:ext cx="15248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>
                    <a:solidFill>
                      <a:schemeClr val="bg1"/>
                    </a:solidFill>
                  </a:rPr>
                  <a:t>CODING ZONE</a:t>
                </a:r>
              </a:p>
            </p:txBody>
          </p:sp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4735B843-DE29-D28C-B54D-113AAE833411}"/>
                  </a:ext>
                </a:extLst>
              </p:cNvPr>
              <p:cNvSpPr txBox="1"/>
              <p:nvPr/>
            </p:nvSpPr>
            <p:spPr>
              <a:xfrm>
                <a:off x="352274" y="4245699"/>
                <a:ext cx="9183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>
                    <a:solidFill>
                      <a:schemeClr val="bg1"/>
                    </a:solidFill>
                  </a:rPr>
                  <a:t>FOLDER</a:t>
                </a:r>
              </a:p>
            </p:txBody>
          </p:sp>
        </p:grp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3101DC2E-2A5D-7A02-D153-5141820C54CC}"/>
                </a:ext>
              </a:extLst>
            </p:cNvPr>
            <p:cNvSpPr txBox="1"/>
            <p:nvPr/>
          </p:nvSpPr>
          <p:spPr>
            <a:xfrm>
              <a:off x="5474814" y="1476202"/>
              <a:ext cx="35124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chemeClr val="bg1"/>
                  </a:solidFill>
                </a:rPr>
                <a:t>PLAY BUTTON TO RUN YOUR SCRIPT</a:t>
              </a:r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94CC76A0-9A31-9E10-1928-39F531003500}"/>
                </a:ext>
              </a:extLst>
            </p:cNvPr>
            <p:cNvSpPr/>
            <p:nvPr/>
          </p:nvSpPr>
          <p:spPr>
            <a:xfrm>
              <a:off x="8412480" y="1196975"/>
              <a:ext cx="333487" cy="279227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4" name="Espace réservé du pied de page 13">
            <a:extLst>
              <a:ext uri="{FF2B5EF4-FFF2-40B4-BE49-F238E27FC236}">
                <a16:creationId xmlns:a16="http://schemas.microsoft.com/office/drawing/2014/main" id="{2F875515-E109-27D8-AD66-D9C01083D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15" name="Espace réservé du numéro de diapositive 14">
            <a:extLst>
              <a:ext uri="{FF2B5EF4-FFF2-40B4-BE49-F238E27FC236}">
                <a16:creationId xmlns:a16="http://schemas.microsoft.com/office/drawing/2014/main" id="{19760F36-5AA6-B43A-B855-9432A9114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12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957327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 A python script!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58371" name="ZoneTexte 5">
            <a:extLst>
              <a:ext uri="{FF2B5EF4-FFF2-40B4-BE49-F238E27FC236}">
                <a16:creationId xmlns:a16="http://schemas.microsoft.com/office/drawing/2014/main" id="{D62A8895-E46F-B13B-DECD-1244CC344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725" y="1560383"/>
            <a:ext cx="827246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0"/>
              </a:spcBef>
            </a:pPr>
            <a:r>
              <a:rPr lang="en-GB" altLang="fr-FR" sz="1800" dirty="0">
                <a:latin typeface="Calibri Light" panose="020F0302020204030204" pitchFamily="34" charset="0"/>
              </a:rPr>
              <a:t>A python script ends with </a:t>
            </a:r>
            <a:r>
              <a:rPr lang="en-GB" altLang="fr-FR" sz="1800" dirty="0">
                <a:solidFill>
                  <a:srgbClr val="000090"/>
                </a:solidFill>
                <a:latin typeface="Calibri Light" panose="020F0302020204030204" pitchFamily="34" charset="0"/>
              </a:rPr>
              <a:t>.</a:t>
            </a:r>
            <a:r>
              <a:rPr lang="en-GB" altLang="fr-FR" sz="1800" dirty="0" err="1">
                <a:solidFill>
                  <a:srgbClr val="000090"/>
                </a:solidFill>
                <a:latin typeface="Calibri Light" panose="020F0302020204030204" pitchFamily="34" charset="0"/>
              </a:rPr>
              <a:t>py</a:t>
            </a:r>
            <a:r>
              <a:rPr lang="en-GB" altLang="fr-FR" sz="1800" dirty="0">
                <a:solidFill>
                  <a:srgbClr val="000090"/>
                </a:solidFill>
                <a:latin typeface="Calibri Light" panose="020F0302020204030204" pitchFamily="34" charset="0"/>
              </a:rPr>
              <a:t> </a:t>
            </a:r>
            <a:r>
              <a:rPr lang="en-GB" altLang="fr-FR" sz="1800" dirty="0">
                <a:latin typeface="Calibri Light" panose="020F0302020204030204" pitchFamily="34" charset="0"/>
              </a:rPr>
              <a:t>(extension) =&gt; terminal is another window</a:t>
            </a:r>
          </a:p>
          <a:p>
            <a:pPr marL="285750" indent="-285750">
              <a:spcBef>
                <a:spcPct val="0"/>
              </a:spcBef>
            </a:pPr>
            <a:r>
              <a:rPr lang="en-GB" altLang="fr-FR" sz="1800" dirty="0">
                <a:latin typeface="Calibri Light" panose="020F0302020204030204" pitchFamily="34" charset="0"/>
              </a:rPr>
              <a:t>A python notebook ends with </a:t>
            </a:r>
            <a:r>
              <a:rPr lang="en-GB" altLang="fr-FR" sz="1800" dirty="0">
                <a:solidFill>
                  <a:srgbClr val="000090"/>
                </a:solidFill>
                <a:latin typeface="Calibri Light" panose="020F0302020204030204" pitchFamily="34" charset="0"/>
              </a:rPr>
              <a:t>.</a:t>
            </a:r>
            <a:r>
              <a:rPr lang="en-GB" altLang="fr-FR" sz="1800" dirty="0" err="1">
                <a:solidFill>
                  <a:srgbClr val="000090"/>
                </a:solidFill>
                <a:latin typeface="Calibri Light" panose="020F0302020204030204" pitchFamily="34" charset="0"/>
              </a:rPr>
              <a:t>ipynb</a:t>
            </a:r>
            <a:r>
              <a:rPr lang="en-GB" altLang="fr-FR" sz="1800" dirty="0">
                <a:solidFill>
                  <a:srgbClr val="000090"/>
                </a:solidFill>
                <a:latin typeface="Calibri Light" panose="020F0302020204030204" pitchFamily="34" charset="0"/>
              </a:rPr>
              <a:t> </a:t>
            </a:r>
            <a:r>
              <a:rPr lang="en-GB" altLang="fr-FR" sz="1800" dirty="0">
                <a:latin typeface="Calibri Light" panose="020F0302020204030204" pitchFamily="34" charset="0"/>
              </a:rPr>
              <a:t>(advanced python course)</a:t>
            </a:r>
            <a:br>
              <a:rPr lang="en-GB" altLang="fr-FR" sz="1800" dirty="0">
                <a:latin typeface="Calibri Light" panose="020F0302020204030204" pitchFamily="34" charset="0"/>
              </a:rPr>
            </a:br>
            <a:r>
              <a:rPr lang="en-GB" altLang="fr-FR" sz="1800" dirty="0">
                <a:latin typeface="Calibri Light" panose="020F0302020204030204" pitchFamily="34" charset="0"/>
              </a:rPr>
              <a:t>terminal below code block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9764A7A-C92D-44E1-3589-65867829E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725" y="2623680"/>
            <a:ext cx="7772400" cy="3478009"/>
          </a:xfrm>
          <a:prstGeom prst="rect">
            <a:avLst/>
          </a:prstGeo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EDAF65D-38CE-87E9-4EBE-A0610BDBD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A162BC7-492C-FB6E-15E4-A75418127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13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859646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Clone the GitHub repo?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58371" name="ZoneTexte 5">
            <a:extLst>
              <a:ext uri="{FF2B5EF4-FFF2-40B4-BE49-F238E27FC236}">
                <a16:creationId xmlns:a16="http://schemas.microsoft.com/office/drawing/2014/main" id="{D62A8895-E46F-B13B-DECD-1244CC344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9" y="1443841"/>
            <a:ext cx="8272463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GB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Cloning a Git repository:</a:t>
            </a:r>
          </a:p>
          <a:p>
            <a:pPr>
              <a:buNone/>
            </a:pPr>
            <a:endParaRPr lang="en-GB" sz="1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/>
            <a:r>
              <a:rPr lang="en-GB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Copy the repository URL: </a:t>
            </a:r>
            <a:r>
              <a:rPr lang="en-GB" sz="1800" dirty="0">
                <a:solidFill>
                  <a:srgbClr val="00009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https://github.com/MEMAUDATA/tbs_python.git</a:t>
            </a:r>
          </a:p>
          <a:p>
            <a:pPr marL="285750" indent="-285750"/>
            <a:endParaRPr lang="en-GB" sz="1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/>
            <a:r>
              <a:rPr lang="en-GB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In VS Code Welcome window, click on “Clone Git Repository”.</a:t>
            </a:r>
          </a:p>
          <a:p>
            <a:pPr marL="285750" indent="-285750"/>
            <a:endParaRPr lang="en-GB" sz="1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/>
            <a:r>
              <a:rPr lang="en-GB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Paste the URL into the input field at the top and select Desktop as the destination folder.</a:t>
            </a:r>
          </a:p>
          <a:p>
            <a:pPr marL="285750" indent="-285750"/>
            <a:endParaRPr lang="en-GB" sz="1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/>
            <a:r>
              <a:rPr lang="en-GB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Click on Open (or Open Repository) when prompted.</a:t>
            </a:r>
          </a:p>
          <a:p>
            <a:pPr marL="285750" indent="-285750"/>
            <a:endParaRPr lang="en-GB" sz="1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/>
            <a:r>
              <a:rPr lang="en-GB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In the File Explorer, navigate to the </a:t>
            </a:r>
            <a:r>
              <a:rPr lang="en-GB" sz="1800" dirty="0">
                <a:solidFill>
                  <a:srgbClr val="00009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PYTHON_101 </a:t>
            </a:r>
            <a:r>
              <a:rPr lang="en-GB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folder to access the exercises.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9CBEAC54-FD41-F365-9854-AAFE8D3C4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64A41BC-FF50-9700-BE0F-07EF76989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14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531740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52D859-0C50-7F9D-08D8-889E44EA8AC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 b="0" dirty="0">
                <a:latin typeface="Calibri Light" panose="020F0302020204030204" pitchFamily="34" charset="0"/>
                <a:cs typeface="Calibri Light" panose="020F0302020204030204" pitchFamily="34" charset="0"/>
              </a:rPr>
              <a:t>Let’s </a:t>
            </a:r>
            <a:r>
              <a:rPr lang="en-GB" b="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practice</a:t>
            </a:r>
            <a:endParaRPr lang="en-GB" b="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020A21A7-612B-6347-D3EE-68C45DD91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2313" y="5315045"/>
            <a:ext cx="1013188" cy="1110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5">
            <a:extLst>
              <a:ext uri="{FF2B5EF4-FFF2-40B4-BE49-F238E27FC236}">
                <a16:creationId xmlns:a16="http://schemas.microsoft.com/office/drawing/2014/main" id="{CE8F8177-7C68-53C8-EB5D-82B3F9976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45830"/>
            <a:ext cx="3818965" cy="923330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0"/>
              </a:spcBef>
            </a:pPr>
            <a:r>
              <a:rPr lang="en-GB" altLang="fr-FR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01-python_interface.py</a:t>
            </a:r>
          </a:p>
          <a:p>
            <a:pPr marL="285750" indent="-285750">
              <a:spcBef>
                <a:spcPct val="0"/>
              </a:spcBef>
            </a:pPr>
            <a:r>
              <a:rPr lang="en-GB" altLang="fr-FR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02-comments.py</a:t>
            </a:r>
          </a:p>
          <a:p>
            <a:pPr marL="285750" indent="-285750">
              <a:spcBef>
                <a:spcPct val="0"/>
              </a:spcBef>
            </a:pPr>
            <a:r>
              <a:rPr lang="en-GB" altLang="fr-FR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03-calculator.py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7DE1E7-BC1B-3B29-31D8-4368A34B4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901779-7FF7-3307-46A3-868D20F49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644B14-5C44-904A-A7D8-F9A5236995E2}" type="slidenum">
              <a:rPr lang="fr-FR" altLang="fr-FR" smtClean="0"/>
              <a:pPr>
                <a:defRPr/>
              </a:pPr>
              <a:t>15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4932511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Variables and types?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58371" name="ZoneTexte 5">
            <a:extLst>
              <a:ext uri="{FF2B5EF4-FFF2-40B4-BE49-F238E27FC236}">
                <a16:creationId xmlns:a16="http://schemas.microsoft.com/office/drawing/2014/main" id="{D62A8895-E46F-B13B-DECD-1244CC344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9" y="1183600"/>
            <a:ext cx="8272463" cy="5503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/>
            <a:r>
              <a:rPr lang="en-GB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A variable is a </a:t>
            </a:r>
            <a:r>
              <a:rPr lang="en-GB" sz="1800" u="none" strike="noStrike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named storage</a:t>
            </a:r>
            <a:r>
              <a:rPr lang="en-GB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 for a value that can change throughout the code</a:t>
            </a:r>
            <a:endParaRPr lang="en-GB" sz="18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lvl="1">
              <a:buNone/>
            </a:pPr>
            <a:r>
              <a:rPr lang="en-GB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a = 2</a:t>
            </a:r>
          </a:p>
          <a:p>
            <a:pPr lvl="1">
              <a:buNone/>
            </a:pPr>
            <a:r>
              <a:rPr lang="en-GB" sz="14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print(a**2)</a:t>
            </a:r>
          </a:p>
          <a:p>
            <a:pPr lvl="1">
              <a:buNone/>
            </a:pPr>
            <a:r>
              <a:rPr lang="en-GB" sz="14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4</a:t>
            </a:r>
          </a:p>
          <a:p>
            <a:pPr lvl="1">
              <a:buNone/>
            </a:pPr>
            <a:endParaRPr lang="en-GB" sz="1400" dirty="0">
              <a:effectLst/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/>
            <a:r>
              <a:rPr lang="en-GB" sz="18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Type</a:t>
            </a:r>
          </a:p>
          <a:p>
            <a:pPr marL="1028700" lvl="1"/>
            <a:r>
              <a:rPr lang="en-GB" sz="18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Numbers : float (</a:t>
            </a:r>
            <a:r>
              <a:rPr lang="en-GB" sz="1800" dirty="0">
                <a:solidFill>
                  <a:srgbClr val="00009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3.14</a:t>
            </a:r>
            <a:r>
              <a:rPr lang="en-GB" sz="18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) or int (</a:t>
            </a:r>
            <a:r>
              <a:rPr lang="en-GB" sz="1800" dirty="0">
                <a:solidFill>
                  <a:srgbClr val="00009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3</a:t>
            </a:r>
            <a:r>
              <a:rPr lang="en-GB" sz="18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)</a:t>
            </a:r>
          </a:p>
          <a:p>
            <a:pPr marL="1028700" lvl="1"/>
            <a:r>
              <a:rPr lang="en-GB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Text : str (</a:t>
            </a:r>
            <a:r>
              <a:rPr lang="en-GB" sz="1800" dirty="0">
                <a:solidFill>
                  <a:srgbClr val="00009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“2” or ‘2’)</a:t>
            </a:r>
          </a:p>
          <a:p>
            <a:pPr marL="1028700" lvl="1"/>
            <a:r>
              <a:rPr lang="en-GB" sz="18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Boolean : bool (</a:t>
            </a:r>
            <a:r>
              <a:rPr lang="en-GB" sz="1800" dirty="0">
                <a:solidFill>
                  <a:srgbClr val="00009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True or False</a:t>
            </a:r>
            <a:r>
              <a:rPr lang="en-GB" sz="18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) </a:t>
            </a:r>
          </a:p>
          <a:p>
            <a:pPr lvl="1" indent="0">
              <a:buNone/>
            </a:pPr>
            <a:endParaRPr lang="en-GB" sz="1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/>
            <a:r>
              <a:rPr lang="en-GB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Different types cause different behaviour</a:t>
            </a:r>
          </a:p>
          <a:p>
            <a:pPr lvl="1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 	+ 2 	&gt;&gt;&gt; 4 (=&gt; int)</a:t>
            </a:r>
          </a:p>
          <a:p>
            <a:pPr lvl="1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"2"  + "2" 	&gt;&gt;&gt; "22" (=&gt; str)</a:t>
            </a:r>
          </a:p>
          <a:p>
            <a:pPr lvl="1" indent="0">
              <a:buNone/>
            </a:pPr>
            <a:endParaRPr lang="en-GB" sz="1600" dirty="0">
              <a:solidFill>
                <a:srgbClr val="00009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285750" indent="-285750"/>
            <a:r>
              <a:rPr lang="en-GB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Always check the variable’s type to avoid simple mistakes !</a:t>
            </a:r>
          </a:p>
          <a:p>
            <a:pPr lvl="1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price = 100</a:t>
            </a:r>
          </a:p>
          <a:p>
            <a:pPr lvl="1" indent="0">
              <a:buNone/>
            </a:pPr>
            <a:r>
              <a:rPr lang="en-GB" sz="1600" dirty="0">
                <a:solidFill>
                  <a:srgbClr val="00009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</a:t>
            </a:r>
            <a:r>
              <a:rPr lang="en-GB" sz="1600" dirty="0">
                <a:solidFill>
                  <a:srgbClr val="00009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ype</a:t>
            </a: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(price)</a:t>
            </a:r>
          </a:p>
          <a:p>
            <a:pPr lvl="1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int</a:t>
            </a:r>
            <a:endParaRPr lang="en-GB" sz="1600" dirty="0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C99774B7-F3EE-828D-83AD-942F2A286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6AE6D1F-CBF3-FC38-E6E5-AAF5B1F39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16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7387696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List?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58371" name="ZoneTexte 5">
            <a:extLst>
              <a:ext uri="{FF2B5EF4-FFF2-40B4-BE49-F238E27FC236}">
                <a16:creationId xmlns:a16="http://schemas.microsoft.com/office/drawing/2014/main" id="{D62A8895-E46F-B13B-DECD-1244CC344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9" y="1379208"/>
            <a:ext cx="8272463" cy="3434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/>
            <a:r>
              <a:rPr lang="en-GB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A list is a named collection of values or variables</a:t>
            </a:r>
            <a:endParaRPr lang="en-GB" sz="1800" dirty="0">
              <a:effectLst/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/>
            <a:r>
              <a:rPr lang="en-GB" sz="18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Can contain any type (even a list)</a:t>
            </a:r>
            <a:endParaRPr lang="en-GB" sz="1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/>
            <a:r>
              <a:rPr lang="en-GB" sz="18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Example :</a:t>
            </a:r>
          </a:p>
          <a:p>
            <a:pPr marL="285750" indent="-285750"/>
            <a:endParaRPr lang="en-GB" sz="1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buNone/>
            </a:pPr>
            <a:r>
              <a:rPr lang="en-GB" sz="16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	</a:t>
            </a: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savings = [100,200,300,400,500]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>
                <a:solidFill>
                  <a:srgbClr val="00009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type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(savings)</a:t>
            </a:r>
          </a:p>
          <a:p>
            <a:pPr>
              <a:buNone/>
            </a:pP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list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b="0" u="none" strike="noStrike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client_savings = ["c1", 100, "c2", 200]</a:t>
            </a:r>
            <a:endParaRPr lang="en-GB" sz="1600" dirty="0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>
                <a:solidFill>
                  <a:srgbClr val="00009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type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(client_</a:t>
            </a: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savings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list</a:t>
            </a:r>
          </a:p>
          <a:p>
            <a:pPr>
              <a:buNone/>
            </a:pPr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C99774B7-F3EE-828D-83AD-942F2A286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6AE6D1F-CBF3-FC38-E6E5-AAF5B1F39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17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306378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Get access to an item of the list?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58371" name="ZoneTexte 5">
            <a:extLst>
              <a:ext uri="{FF2B5EF4-FFF2-40B4-BE49-F238E27FC236}">
                <a16:creationId xmlns:a16="http://schemas.microsoft.com/office/drawing/2014/main" id="{D62A8895-E46F-B13B-DECD-1244CC344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724" y="1196975"/>
            <a:ext cx="8272463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/>
            <a:r>
              <a:rPr lang="en-GB" sz="1800" dirty="0">
                <a:effectLst/>
                <a:latin typeface="Calibri Light" panose="020F0302020204030204" pitchFamily="34" charset="0"/>
                <a:ea typeface="Menlo" panose="020B0609030804020204" pitchFamily="49" charset="0"/>
                <a:cs typeface="Calibri Light" panose="020F0302020204030204" pitchFamily="34" charset="0"/>
              </a:rPr>
              <a:t>Use </a:t>
            </a:r>
            <a:r>
              <a:rPr lang="en-GB" sz="1800" b="1" dirty="0">
                <a:effectLst/>
                <a:latin typeface="Calibri Light" panose="020F0302020204030204" pitchFamily="34" charset="0"/>
                <a:ea typeface="Menlo" panose="020B0609030804020204" pitchFamily="49" charset="0"/>
                <a:cs typeface="Calibri Light" panose="020F0302020204030204" pitchFamily="34" charset="0"/>
              </a:rPr>
              <a:t>index</a:t>
            </a:r>
            <a:r>
              <a:rPr lang="en-GB" sz="1800" dirty="0">
                <a:effectLst/>
                <a:latin typeface="Calibri Light" panose="020F0302020204030204" pitchFamily="34" charset="0"/>
                <a:ea typeface="Menlo" panose="020B0609030804020204" pitchFamily="49" charset="0"/>
                <a:cs typeface="Calibri Light" panose="020F0302020204030204" pitchFamily="34" charset="0"/>
              </a:rPr>
              <a:t> to get access to an element of the list. First element starts at 0 ( not 1) and to get access to the last element : -1</a:t>
            </a:r>
          </a:p>
          <a:p>
            <a:pPr>
              <a:buNone/>
            </a:pPr>
            <a:endParaRPr lang="en-GB" sz="1800" dirty="0">
              <a:effectLst/>
              <a:latin typeface="Calibri Light" panose="020F0302020204030204" pitchFamily="34" charset="0"/>
              <a:ea typeface="Menlo" panose="020B0609030804020204" pitchFamily="49" charset="0"/>
              <a:cs typeface="Calibri Light" panose="020F0302020204030204" pitchFamily="34" charset="0"/>
            </a:endParaRPr>
          </a:p>
          <a:p>
            <a:pPr lvl="1">
              <a:buNone/>
            </a:pP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savings = [100, 200, 300, 400, 500]</a:t>
            </a:r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lvl="1">
              <a:buNone/>
            </a:pPr>
            <a:r>
              <a:rPr lang="en-GB" sz="1600" dirty="0">
                <a:solidFill>
                  <a:srgbClr val="00009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(s</a:t>
            </a: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avings[0])</a:t>
            </a:r>
          </a:p>
          <a:p>
            <a:pPr lvl="1">
              <a:buNone/>
            </a:pP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100</a:t>
            </a:r>
          </a:p>
          <a:p>
            <a:pPr lvl="1">
              <a:buNone/>
            </a:pPr>
            <a:r>
              <a:rPr lang="en-GB" sz="1600" dirty="0">
                <a:solidFill>
                  <a:srgbClr val="00009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(savings[-1])</a:t>
            </a:r>
          </a:p>
          <a:p>
            <a:pPr lvl="1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500</a:t>
            </a:r>
          </a:p>
          <a:p>
            <a:pPr lvl="1">
              <a:buNone/>
            </a:pPr>
            <a:endParaRPr lang="en-GB" sz="1600" dirty="0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GB" sz="2000" dirty="0">
                <a:latin typeface="Calibri Light" panose="020F0302020204030204" pitchFamily="34" charset="0"/>
                <a:ea typeface="Menlo" panose="020B0609030804020204" pitchFamily="49" charset="0"/>
                <a:cs typeface="Calibri Light" panose="020F0302020204030204" pitchFamily="34" charset="0"/>
              </a:rPr>
              <a:t> List slicing : [start: end] =&gt; include start and exclude end</a:t>
            </a:r>
          </a:p>
          <a:p>
            <a:pPr>
              <a:buNone/>
            </a:pPr>
            <a:endParaRPr lang="en-GB" sz="2000" dirty="0">
              <a:latin typeface="Calibri Light" panose="020F0302020204030204" pitchFamily="34" charset="0"/>
              <a:ea typeface="Menlo" panose="020B0609030804020204" pitchFamily="49" charset="0"/>
              <a:cs typeface="Calibri Light" panose="020F0302020204030204" pitchFamily="34" charset="0"/>
            </a:endParaRPr>
          </a:p>
          <a:p>
            <a:pPr marL="457200" lvl="1" indent="0">
              <a:buNone/>
            </a:pPr>
            <a:r>
              <a:rPr lang="en-GB" sz="1600" dirty="0">
                <a:solidFill>
                  <a:srgbClr val="00009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</a:t>
            </a:r>
            <a:r>
              <a:rPr lang="en-GB" sz="1600" dirty="0">
                <a:solidFill>
                  <a:srgbClr val="00009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rint</a:t>
            </a: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(savings[1:3])</a:t>
            </a:r>
          </a:p>
          <a:p>
            <a:pPr marL="457200" lvl="1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[200, 300]</a:t>
            </a:r>
          </a:p>
          <a:p>
            <a:pPr marL="457200" lvl="1" indent="0">
              <a:buNone/>
            </a:pPr>
            <a:r>
              <a:rPr lang="en-GB" sz="1600" dirty="0">
                <a:solidFill>
                  <a:srgbClr val="00009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</a:t>
            </a:r>
            <a:r>
              <a:rPr lang="en-GB" sz="1600" dirty="0">
                <a:solidFill>
                  <a:srgbClr val="00009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rint</a:t>
            </a: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(savings[:3])</a:t>
            </a:r>
          </a:p>
          <a:p>
            <a:pPr marL="457200" lvl="1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[100, 200, 300]</a:t>
            </a:r>
          </a:p>
          <a:p>
            <a:pPr marL="457200" lvl="1" indent="0">
              <a:buNone/>
            </a:pPr>
            <a:r>
              <a:rPr lang="en-GB" sz="1600" dirty="0">
                <a:solidFill>
                  <a:srgbClr val="00009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</a:t>
            </a:r>
            <a:r>
              <a:rPr lang="en-GB" sz="1600" dirty="0">
                <a:solidFill>
                  <a:srgbClr val="00009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rint</a:t>
            </a: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(savings[1:])</a:t>
            </a:r>
          </a:p>
          <a:p>
            <a:pPr marL="457200" lvl="1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[200,300,400,500]</a:t>
            </a:r>
            <a:endParaRPr lang="en-GB" sz="1600" dirty="0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C99774B7-F3EE-828D-83AD-942F2A286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6AE6D1F-CBF3-FC38-E6E5-AAF5B1F39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18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962041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List manipulation?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58371" name="ZoneTexte 5">
            <a:extLst>
              <a:ext uri="{FF2B5EF4-FFF2-40B4-BE49-F238E27FC236}">
                <a16:creationId xmlns:a16="http://schemas.microsoft.com/office/drawing/2014/main" id="{D62A8895-E46F-B13B-DECD-1244CC344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724" y="1196975"/>
            <a:ext cx="8272463" cy="513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/>
            <a:r>
              <a:rPr lang="en-GB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Manipulate one or more values within the list (change, add, remove)</a:t>
            </a:r>
          </a:p>
          <a:p>
            <a:pPr marL="285750" indent="-285750"/>
            <a:endParaRPr lang="en-GB" sz="1800" dirty="0">
              <a:effectLst/>
              <a:latin typeface="Calibri Light" panose="020F0302020204030204" pitchFamily="34" charset="0"/>
              <a:ea typeface="Menlo" panose="020B0609030804020204" pitchFamily="49" charset="0"/>
              <a:cs typeface="Calibri Light" panose="020F0302020204030204" pitchFamily="34" charset="0"/>
            </a:endParaRPr>
          </a:p>
          <a:p>
            <a:pPr lvl="1">
              <a:buNone/>
            </a:pP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savings = [100,200,300,400,500]</a:t>
            </a:r>
          </a:p>
          <a:p>
            <a:pPr lvl="1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savings[0] = 800</a:t>
            </a:r>
          </a:p>
          <a:p>
            <a:pPr lvl="1">
              <a:buNone/>
            </a:pPr>
            <a:r>
              <a:rPr lang="en-GB" sz="1600" dirty="0">
                <a:solidFill>
                  <a:srgbClr val="00009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(s</a:t>
            </a: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avings)</a:t>
            </a:r>
          </a:p>
          <a:p>
            <a:pPr lvl="1">
              <a:buNone/>
            </a:pP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[800,200,300,400,500]</a:t>
            </a:r>
          </a:p>
          <a:p>
            <a:pPr lvl="1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savings[1:3] = [8000,1000]</a:t>
            </a:r>
          </a:p>
          <a:p>
            <a:pPr lvl="1">
              <a:buNone/>
            </a:pPr>
            <a:r>
              <a:rPr lang="en-GB" sz="1600" dirty="0">
                <a:solidFill>
                  <a:srgbClr val="00009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(savings)</a:t>
            </a:r>
          </a:p>
          <a:p>
            <a:pPr lvl="1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[800,8000,1000,400,500]</a:t>
            </a:r>
          </a:p>
          <a:p>
            <a:pPr lvl="1">
              <a:buNone/>
            </a:pPr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lvl="1">
              <a:buNone/>
            </a:pP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bigger_savings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savings + [100]</a:t>
            </a:r>
          </a:p>
          <a:p>
            <a:pPr lvl="1">
              <a:buNone/>
            </a:pPr>
            <a:r>
              <a:rPr lang="en-GB" sz="1600" dirty="0">
                <a:solidFill>
                  <a:srgbClr val="00009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bigger_savings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pPr lvl="1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[800,8000,1000,400,500,100]</a:t>
            </a:r>
          </a:p>
          <a:p>
            <a:pPr lvl="1">
              <a:buNone/>
            </a:pPr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lvl="1">
              <a:buNone/>
            </a:pPr>
            <a:r>
              <a:rPr lang="en-GB" sz="1600" dirty="0">
                <a:solidFill>
                  <a:schemeClr val="accent2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del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bigger_savings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[0]</a:t>
            </a:r>
          </a:p>
          <a:p>
            <a:pPr lvl="1">
              <a:buNone/>
            </a:pPr>
            <a:r>
              <a:rPr lang="en-GB" sz="1600" dirty="0">
                <a:solidFill>
                  <a:srgbClr val="00009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bigger_savings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pPr lvl="1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[8000,1000,400,500,100]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C99774B7-F3EE-828D-83AD-942F2A286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6AE6D1F-CBF3-FC38-E6E5-AAF5B1F39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19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267724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52D859-0C50-7F9D-08D8-889E44EA8AC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 b="0" dirty="0">
                <a:latin typeface="Calibri Light" panose="020F0302020204030204" pitchFamily="34" charset="0"/>
                <a:cs typeface="Calibri Light" panose="020F0302020204030204" pitchFamily="34" charset="0"/>
              </a:rPr>
              <a:t>Let’s </a:t>
            </a:r>
            <a:r>
              <a:rPr lang="en-GB" b="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practice</a:t>
            </a:r>
            <a:endParaRPr lang="en-GB" b="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020A21A7-612B-6347-D3EE-68C45DD91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2313" y="5315045"/>
            <a:ext cx="1013188" cy="1110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5">
            <a:extLst>
              <a:ext uri="{FF2B5EF4-FFF2-40B4-BE49-F238E27FC236}">
                <a16:creationId xmlns:a16="http://schemas.microsoft.com/office/drawing/2014/main" id="{CE8F8177-7C68-53C8-EB5D-82B3F9976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45830"/>
            <a:ext cx="3818965" cy="1200329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0"/>
              </a:spcBef>
            </a:pPr>
            <a:r>
              <a:rPr lang="en-GB" altLang="fr-FR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04-variables.py</a:t>
            </a:r>
          </a:p>
          <a:p>
            <a:pPr marL="285750" indent="-285750">
              <a:spcBef>
                <a:spcPct val="0"/>
              </a:spcBef>
            </a:pPr>
            <a:r>
              <a:rPr lang="en-GB" altLang="fr-FR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05-list.py</a:t>
            </a:r>
          </a:p>
          <a:p>
            <a:pPr marL="285750" indent="-285750">
              <a:spcBef>
                <a:spcPct val="0"/>
              </a:spcBef>
            </a:pPr>
            <a:r>
              <a:rPr lang="en-GB" altLang="fr-FR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06-sublist.py</a:t>
            </a:r>
          </a:p>
          <a:p>
            <a:pPr marL="285750" indent="-285750">
              <a:spcBef>
                <a:spcPct val="0"/>
              </a:spcBef>
            </a:pPr>
            <a:r>
              <a:rPr lang="en-GB" altLang="fr-FR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07-list_manipulation.py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AA37CA-54EA-A585-13DA-8628B60D0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851688-945E-28C4-2975-F7637EEC3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644B14-5C44-904A-A7D8-F9A5236995E2}" type="slidenum">
              <a:rPr lang="fr-FR" altLang="fr-FR" smtClean="0"/>
              <a:pPr>
                <a:defRPr/>
              </a:pPr>
              <a:t>20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686858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Function?</a:t>
            </a:r>
          </a:p>
        </p:txBody>
      </p:sp>
      <p:sp>
        <p:nvSpPr>
          <p:cNvPr id="58371" name="ZoneTexte 5">
            <a:extLst>
              <a:ext uri="{FF2B5EF4-FFF2-40B4-BE49-F238E27FC236}">
                <a16:creationId xmlns:a16="http://schemas.microsoft.com/office/drawing/2014/main" id="{D62A8895-E46F-B13B-DECD-1244CC344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9" y="1600807"/>
            <a:ext cx="8272463" cy="3656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/>
            <a:r>
              <a:rPr lang="en-GB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A function is a reusable block of code</a:t>
            </a:r>
          </a:p>
          <a:p>
            <a:pPr>
              <a:buNone/>
            </a:pPr>
            <a:endParaRPr lang="en-GB" sz="1800" dirty="0">
              <a:latin typeface="Calibri Light" panose="020F0302020204030204" pitchFamily="34" charset="0"/>
              <a:ea typeface="Menlo" panose="020B0609030804020204" pitchFamily="49" charset="0"/>
              <a:cs typeface="Calibri Light" panose="020F0302020204030204" pitchFamily="34" charset="0"/>
            </a:endParaRPr>
          </a:p>
          <a:p>
            <a:pPr>
              <a:buNone/>
            </a:pPr>
            <a:r>
              <a:rPr lang="en-GB" sz="1600" dirty="0">
                <a:latin typeface="Calibri Light" panose="020F0302020204030204" pitchFamily="34" charset="0"/>
                <a:ea typeface="Menlo" panose="020B0609030804020204" pitchFamily="49" charset="0"/>
                <a:cs typeface="Calibri Light" panose="020F0302020204030204" pitchFamily="34" charset="0"/>
              </a:rPr>
              <a:t>	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Custom function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def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add_numbers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a,b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):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print(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a+b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add_numbers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(1,3)</a:t>
            </a:r>
          </a:p>
          <a:p>
            <a:pPr>
              <a:buNone/>
            </a:pPr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# built-in function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min(savings)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max(savings)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need help on the function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>
                <a:solidFill>
                  <a:srgbClr val="00009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help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(min)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C99774B7-F3EE-828D-83AD-942F2A286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6AE6D1F-CBF3-FC38-E6E5-AAF5B1F39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21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6879304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Method?</a:t>
            </a:r>
          </a:p>
        </p:txBody>
      </p:sp>
      <p:sp>
        <p:nvSpPr>
          <p:cNvPr id="58371" name="ZoneTexte 5">
            <a:extLst>
              <a:ext uri="{FF2B5EF4-FFF2-40B4-BE49-F238E27FC236}">
                <a16:creationId xmlns:a16="http://schemas.microsoft.com/office/drawing/2014/main" id="{D62A8895-E46F-B13B-DECD-1244CC344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9" y="1320605"/>
            <a:ext cx="8272463" cy="4912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/>
            <a:r>
              <a:rPr lang="en-GB" sz="1800" dirty="0">
                <a:latin typeface="Calibri Light" panose="020F0302020204030204" pitchFamily="34" charset="0"/>
                <a:ea typeface="Menlo" panose="020B0609030804020204" pitchFamily="49" charset="0"/>
                <a:cs typeface="Calibri Light" panose="020F0302020204030204" pitchFamily="34" charset="0"/>
              </a:rPr>
              <a:t>A method ( </a:t>
            </a:r>
            <a:r>
              <a:rPr lang="en-GB" sz="1800" dirty="0">
                <a:solidFill>
                  <a:srgbClr val="000090"/>
                </a:solidFill>
                <a:latin typeface="Calibri Light" panose="020F0302020204030204" pitchFamily="34" charset="0"/>
                <a:ea typeface="Menlo" panose="020B0609030804020204" pitchFamily="49" charset="0"/>
                <a:cs typeface="Calibri Light" panose="020F0302020204030204" pitchFamily="34" charset="0"/>
              </a:rPr>
              <a:t>method() </a:t>
            </a:r>
            <a:r>
              <a:rPr lang="en-GB" sz="1800" dirty="0">
                <a:latin typeface="Calibri Light" panose="020F0302020204030204" pitchFamily="34" charset="0"/>
                <a:ea typeface="Menlo" panose="020B0609030804020204" pitchFamily="49" charset="0"/>
                <a:cs typeface="Calibri Light" panose="020F0302020204030204" pitchFamily="34" charset="0"/>
              </a:rPr>
              <a:t>) is a function linked (by a .) to an object</a:t>
            </a:r>
          </a:p>
          <a:p>
            <a:pPr marL="285750" indent="-285750"/>
            <a:endParaRPr lang="en-GB" sz="1800" dirty="0">
              <a:latin typeface="Calibri Light" panose="020F0302020204030204" pitchFamily="34" charset="0"/>
              <a:ea typeface="Menlo" panose="020B0609030804020204" pitchFamily="49" charset="0"/>
              <a:cs typeface="Calibri Light" panose="020F0302020204030204" pitchFamily="34" charset="0"/>
            </a:endParaRPr>
          </a:p>
          <a:p>
            <a:pPr>
              <a:buNone/>
            </a:pPr>
            <a:r>
              <a:rPr lang="en-GB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savings = [100, 200, 300, 400, 500]</a:t>
            </a:r>
          </a:p>
          <a:p>
            <a:pPr>
              <a:buNone/>
            </a:pP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# Add 100 to the list of savings </a:t>
            </a:r>
          </a:p>
          <a:p>
            <a:pPr>
              <a:buNone/>
            </a:pPr>
            <a:r>
              <a:rPr lang="en-GB" sz="1800" dirty="0">
                <a:latin typeface="Calibri Light" panose="020F0302020204030204" pitchFamily="34" charset="0"/>
                <a:ea typeface="Menlo" panose="020B0609030804020204" pitchFamily="49" charset="0"/>
                <a:cs typeface="Calibri Light" panose="020F0302020204030204" pitchFamily="34" charset="0"/>
              </a:rPr>
              <a:t>	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savings.append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(100) 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.append() is a method</a:t>
            </a:r>
          </a:p>
          <a:p>
            <a:pPr>
              <a:buNone/>
            </a:pP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print(savings)</a:t>
            </a:r>
            <a:endParaRPr lang="en-GB" sz="1600" dirty="0">
              <a:solidFill>
                <a:srgbClr val="00B05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[100, 200, 300, 400, 500, 100]</a:t>
            </a:r>
          </a:p>
          <a:p>
            <a:pPr>
              <a:buNone/>
            </a:pP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# Count the number of times 100 appears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savings.count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(100) 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#.count is also a method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2</a:t>
            </a:r>
          </a:p>
          <a:p>
            <a:pPr>
              <a:buNone/>
            </a:pPr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name = "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liz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name.capitalize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'Liz'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name.replace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("z","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'lisa'   # name itself is unchanged (immutable)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C99774B7-F3EE-828D-83AD-942F2A286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6AE6D1F-CBF3-FC38-E6E5-AAF5B1F39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22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0534402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52D859-0C50-7F9D-08D8-889E44EA8AC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 b="0" dirty="0">
                <a:latin typeface="Calibri Light" panose="020F0302020204030204" pitchFamily="34" charset="0"/>
                <a:cs typeface="Calibri Light" panose="020F0302020204030204" pitchFamily="34" charset="0"/>
              </a:rPr>
              <a:t>Let’s </a:t>
            </a:r>
            <a:r>
              <a:rPr lang="en-GB" b="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practice</a:t>
            </a:r>
            <a:endParaRPr lang="en-GB" b="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020A21A7-612B-6347-D3EE-68C45DD91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2313" y="5315045"/>
            <a:ext cx="1013188" cy="1110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5">
            <a:extLst>
              <a:ext uri="{FF2B5EF4-FFF2-40B4-BE49-F238E27FC236}">
                <a16:creationId xmlns:a16="http://schemas.microsoft.com/office/drawing/2014/main" id="{CE8F8177-7C68-53C8-EB5D-82B3F9976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45830"/>
            <a:ext cx="3818965" cy="646331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0"/>
              </a:spcBef>
            </a:pPr>
            <a:r>
              <a:rPr lang="en-GB" altLang="fr-FR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08-function.py</a:t>
            </a:r>
          </a:p>
          <a:p>
            <a:pPr marL="285750" indent="-285750">
              <a:spcBef>
                <a:spcPct val="0"/>
              </a:spcBef>
            </a:pPr>
            <a:r>
              <a:rPr lang="en-GB" altLang="fr-FR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09-method.py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05071CB-BAB4-6844-F8B5-33A462A09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015CB45-449E-2BED-DC31-8A773723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644B14-5C44-904A-A7D8-F9A5236995E2}" type="slidenum">
              <a:rPr lang="fr-FR" altLang="fr-FR" smtClean="0"/>
              <a:pPr>
                <a:defRPr/>
              </a:pPr>
              <a:t>23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8561961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What’s a python package?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58371" name="ZoneTexte 5">
            <a:extLst>
              <a:ext uri="{FF2B5EF4-FFF2-40B4-BE49-F238E27FC236}">
                <a16:creationId xmlns:a16="http://schemas.microsoft.com/office/drawing/2014/main" id="{D62A8895-E46F-B13B-DECD-1244CC344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9" y="1430205"/>
            <a:ext cx="8272463" cy="4413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/>
            <a:r>
              <a:rPr lang="en-GB" sz="18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Package is a directory of Python scripts</a:t>
            </a:r>
            <a:br>
              <a:rPr lang="en-GB" sz="18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</a:br>
            <a:endParaRPr lang="en-GB" sz="1800" dirty="0">
              <a:effectLst/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/>
            <a:r>
              <a:rPr lang="en-GB" sz="18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Each script of a package is called a module</a:t>
            </a:r>
            <a:br>
              <a:rPr lang="en-GB" sz="18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</a:br>
            <a:endParaRPr lang="en-GB" sz="1800" dirty="0">
              <a:effectLst/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/>
            <a:r>
              <a:rPr lang="en-GB" sz="18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Modules specify functions, methods and new Python types aimed at solving particular problems</a:t>
            </a:r>
            <a:br>
              <a:rPr lang="en-GB" sz="18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</a:br>
            <a:endParaRPr lang="en-GB" sz="1800" dirty="0">
              <a:effectLst/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/>
            <a:r>
              <a:rPr lang="en-GB" sz="18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Packages for data science: </a:t>
            </a:r>
          </a:p>
          <a:p>
            <a:pPr>
              <a:buNone/>
            </a:pPr>
            <a:r>
              <a:rPr lang="en-GB" sz="18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	</a:t>
            </a:r>
            <a:r>
              <a:rPr lang="en-GB" sz="1800" dirty="0">
                <a:solidFill>
                  <a:srgbClr val="00009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NumPy</a:t>
            </a:r>
            <a:r>
              <a:rPr lang="en-GB" sz="18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to efficiently work with arrays </a:t>
            </a:r>
          </a:p>
          <a:p>
            <a:pPr>
              <a:buNone/>
            </a:pPr>
            <a:r>
              <a:rPr lang="en-GB" sz="18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	</a:t>
            </a:r>
            <a:r>
              <a:rPr lang="en-GB" sz="1800" dirty="0">
                <a:solidFill>
                  <a:srgbClr val="00009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Pandas</a:t>
            </a:r>
            <a:r>
              <a:rPr lang="en-GB" sz="18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for data analysis</a:t>
            </a:r>
          </a:p>
          <a:p>
            <a:pPr>
              <a:buNone/>
            </a:pPr>
            <a:r>
              <a:rPr lang="en-GB" sz="18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	</a:t>
            </a:r>
            <a:r>
              <a:rPr lang="en-GB" sz="1800" dirty="0">
                <a:solidFill>
                  <a:srgbClr val="00009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Matplotlib</a:t>
            </a:r>
            <a:r>
              <a:rPr lang="en-GB" sz="18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for data visualization </a:t>
            </a:r>
          </a:p>
          <a:p>
            <a:pPr>
              <a:buNone/>
            </a:pPr>
            <a:r>
              <a:rPr lang="en-GB" sz="18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	</a:t>
            </a:r>
            <a:r>
              <a:rPr lang="en-GB" sz="1800" dirty="0">
                <a:solidFill>
                  <a:srgbClr val="00009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scikit-learn</a:t>
            </a:r>
            <a:r>
              <a:rPr lang="en-GB" sz="18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for machine learning </a:t>
            </a:r>
          </a:p>
          <a:p>
            <a:pPr>
              <a:buNone/>
            </a:pPr>
            <a:endParaRPr lang="en-GB" sz="1800" dirty="0">
              <a:effectLst/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/>
            <a:r>
              <a:rPr lang="en-GB" sz="18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Not all these packages are available in Python by default 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C99774B7-F3EE-828D-83AD-942F2A286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6AE6D1F-CBF3-FC38-E6E5-AAF5B1F39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24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8732182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Install and use a python package?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58371" name="ZoneTexte 5">
            <a:extLst>
              <a:ext uri="{FF2B5EF4-FFF2-40B4-BE49-F238E27FC236}">
                <a16:creationId xmlns:a16="http://schemas.microsoft.com/office/drawing/2014/main" id="{D62A8895-E46F-B13B-DECD-1244CC344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37" y="1261225"/>
            <a:ext cx="8272463" cy="518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/>
            <a:r>
              <a:rPr lang="en-GB" sz="1800" dirty="0">
                <a:solidFill>
                  <a:srgbClr val="00009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Install a package</a:t>
            </a:r>
          </a:p>
          <a:p>
            <a:pPr marL="285750" indent="-285750"/>
            <a:r>
              <a:rPr lang="en-GB" sz="18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Using a command in the terminal : </a:t>
            </a:r>
            <a:r>
              <a:rPr lang="en-GB" sz="1800" dirty="0">
                <a:solidFill>
                  <a:srgbClr val="00009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pip</a:t>
            </a:r>
            <a:r>
              <a:rPr lang="en-GB" sz="18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(sometimes </a:t>
            </a:r>
            <a:r>
              <a:rPr lang="en-GB" sz="1800" dirty="0" err="1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uv</a:t>
            </a:r>
            <a:r>
              <a:rPr lang="en-GB" sz="18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)</a:t>
            </a:r>
          </a:p>
          <a:p>
            <a:pPr lvl="1">
              <a:buNone/>
            </a:pPr>
            <a:r>
              <a:rPr lang="en-GB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</a:t>
            </a:r>
            <a:r>
              <a:rPr lang="en-GB" sz="14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ip install </a:t>
            </a:r>
            <a:r>
              <a:rPr lang="en-GB" sz="14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numpy</a:t>
            </a:r>
            <a:r>
              <a:rPr lang="en-GB" sz="14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</a:p>
          <a:p>
            <a:pPr>
              <a:buNone/>
            </a:pPr>
            <a:endParaRPr lang="en-GB" sz="1800" dirty="0">
              <a:effectLst/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/>
            <a:r>
              <a:rPr lang="en-GB" sz="1800" dirty="0">
                <a:solidFill>
                  <a:srgbClr val="00009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Use a package</a:t>
            </a:r>
            <a:endParaRPr lang="en-GB" sz="1800" dirty="0">
              <a:solidFill>
                <a:srgbClr val="000090"/>
              </a:solidFill>
              <a:effectLst/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/>
            <a:r>
              <a:rPr lang="en-GB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In a script, at the top of it, you have to import the package in order to use it</a:t>
            </a:r>
          </a:p>
          <a:p>
            <a:pPr marL="285750" indent="-285750"/>
            <a:endParaRPr lang="en-GB" sz="1100" dirty="0"/>
          </a:p>
          <a:p>
            <a:pPr>
              <a:buNone/>
            </a:pPr>
            <a:r>
              <a:rPr lang="en-GB" sz="14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import </a:t>
            </a:r>
            <a:r>
              <a:rPr lang="en-GB" sz="1400" dirty="0" err="1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numpy</a:t>
            </a:r>
            <a:endParaRPr lang="en-GB" sz="1400" dirty="0">
              <a:solidFill>
                <a:srgbClr val="C00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lvl="1">
              <a:buNone/>
            </a:pPr>
            <a:r>
              <a:rPr lang="en-GB" sz="14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GB" sz="1400" dirty="0">
                <a:solidFill>
                  <a:srgbClr val="C0000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mport </a:t>
            </a:r>
            <a:r>
              <a:rPr lang="en-GB" sz="1400" dirty="0" err="1">
                <a:solidFill>
                  <a:srgbClr val="C0000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numpy</a:t>
            </a:r>
            <a:r>
              <a:rPr lang="en-GB" sz="1400" dirty="0">
                <a:solidFill>
                  <a:srgbClr val="C0000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as np </a:t>
            </a:r>
            <a:r>
              <a:rPr lang="en-GB" sz="1400" dirty="0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better way to import package</a:t>
            </a:r>
            <a:endParaRPr lang="en-GB" sz="1400" dirty="0">
              <a:solidFill>
                <a:srgbClr val="00B05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lvl="1">
              <a:buNone/>
            </a:pPr>
            <a:r>
              <a:rPr lang="en-GB" sz="1400" dirty="0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Compute mean</a:t>
            </a:r>
          </a:p>
          <a:p>
            <a:pPr lvl="1">
              <a:buNone/>
            </a:pPr>
            <a:r>
              <a:rPr lang="en-GB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</a:t>
            </a:r>
            <a:r>
              <a:rPr lang="en-GB" sz="14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tudents_mean</a:t>
            </a:r>
            <a:r>
              <a:rPr lang="en-GB" sz="14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GB" sz="14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np.mean</a:t>
            </a:r>
            <a:r>
              <a:rPr lang="en-GB" sz="14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GB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students</a:t>
            </a:r>
            <a:r>
              <a:rPr lang="en-GB" sz="14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pPr lvl="1">
              <a:buNone/>
            </a:pPr>
            <a:r>
              <a:rPr lang="en-GB" sz="1400" dirty="0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Compute mean without as np</a:t>
            </a:r>
          </a:p>
          <a:p>
            <a:pPr lvl="1">
              <a:buNone/>
            </a:pPr>
            <a:r>
              <a:rPr lang="en-GB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</a:t>
            </a:r>
            <a:r>
              <a:rPr lang="en-GB" sz="14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tudents_mean</a:t>
            </a:r>
            <a:r>
              <a:rPr lang="en-GB" sz="14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GB" sz="14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numpy.mean</a:t>
            </a:r>
            <a:r>
              <a:rPr lang="en-GB" sz="14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GB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students</a:t>
            </a:r>
            <a:r>
              <a:rPr lang="en-GB" sz="14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pPr lvl="1">
              <a:buNone/>
            </a:pPr>
            <a:endParaRPr lang="en-GB" sz="1600" dirty="0">
              <a:solidFill>
                <a:srgbClr val="00B05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GB" sz="2000" dirty="0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sz="1800" dirty="0">
                <a:solidFill>
                  <a:srgbClr val="000090"/>
                </a:solidFill>
                <a:effectLst/>
                <a:latin typeface="Calibri Light" panose="020F0302020204030204" pitchFamily="34" charset="0"/>
                <a:ea typeface="Menlo" panose="020B0609030804020204" pitchFamily="49" charset="0"/>
                <a:cs typeface="Calibri Light" panose="020F0302020204030204" pitchFamily="34" charset="0"/>
              </a:rPr>
              <a:t>Use a module from a package</a:t>
            </a:r>
            <a:endParaRPr lang="en-GB" sz="2000" dirty="0">
              <a:solidFill>
                <a:srgbClr val="000090"/>
              </a:solidFill>
              <a:effectLst/>
              <a:latin typeface="Calibri Light" panose="020F0302020204030204" pitchFamily="34" charset="0"/>
              <a:ea typeface="Menlo" panose="020B0609030804020204" pitchFamily="49" charset="0"/>
              <a:cs typeface="Calibri Light" panose="020F0302020204030204" pitchFamily="34" charset="0"/>
            </a:endParaRPr>
          </a:p>
          <a:p>
            <a:pPr lvl="1"/>
            <a:endParaRPr lang="en-GB" sz="1600" dirty="0">
              <a:solidFill>
                <a:srgbClr val="00B05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457200" lvl="1" indent="0">
              <a:buNone/>
            </a:pPr>
            <a:r>
              <a:rPr lang="en-GB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</a:t>
            </a:r>
            <a:r>
              <a:rPr lang="en-GB" sz="14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rom </a:t>
            </a:r>
            <a:r>
              <a:rPr lang="en-GB" sz="14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numpy</a:t>
            </a:r>
            <a:r>
              <a:rPr lang="en-GB" sz="14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import random</a:t>
            </a:r>
          </a:p>
          <a:p>
            <a:pPr marL="457200" lvl="1" indent="0">
              <a:buNone/>
            </a:pPr>
            <a:r>
              <a:rPr lang="en-GB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random.randint</a:t>
            </a:r>
            <a:r>
              <a:rPr lang="en-GB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(1,10)</a:t>
            </a:r>
            <a:endParaRPr lang="en-GB" sz="1400" dirty="0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25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023677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NumPy?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58371" name="ZoneTexte 5">
            <a:extLst>
              <a:ext uri="{FF2B5EF4-FFF2-40B4-BE49-F238E27FC236}">
                <a16:creationId xmlns:a16="http://schemas.microsoft.com/office/drawing/2014/main" id="{D62A8895-E46F-B13B-DECD-1244CC344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37" y="1261225"/>
            <a:ext cx="8272463" cy="5287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/>
            <a:r>
              <a:rPr lang="en-GB" sz="18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Really important for data science ( such as pandas as well)</a:t>
            </a:r>
          </a:p>
          <a:p>
            <a:pPr marL="285750" indent="-285750"/>
            <a:r>
              <a:rPr lang="en-GB" sz="18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Numpy</a:t>
            </a:r>
            <a:r>
              <a:rPr lang="en-GB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 : Numerical Python</a:t>
            </a:r>
          </a:p>
          <a:p>
            <a:pPr marL="285750" indent="-285750"/>
            <a:r>
              <a:rPr lang="en-GB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List of numbers called </a:t>
            </a:r>
            <a:r>
              <a:rPr lang="en-GB" sz="18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numpy</a:t>
            </a:r>
            <a:r>
              <a:rPr lang="en-GB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 arrays ( better for data manipulation than basic python list)</a:t>
            </a:r>
          </a:p>
          <a:p>
            <a:pPr marL="285750" indent="-285750"/>
            <a:endParaRPr lang="en-GB" sz="1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</a:t>
            </a:r>
            <a:r>
              <a:rPr lang="en-GB" sz="1600" dirty="0" err="1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numpy</a:t>
            </a:r>
            <a:r>
              <a:rPr lang="en-GB" sz="16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as np</a:t>
            </a:r>
            <a:b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height 		= [1.85, 1.79, 1.67] 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np_height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	=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np.array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(height) 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weight 		= [65.4, 59.2, 63.6] 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np_weight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	=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np.array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(weight) 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bmi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		=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np_weight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np_height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**2</a:t>
            </a:r>
            <a:b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>
                <a:solidFill>
                  <a:srgbClr val="00009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bmi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[19.10883857 18.47632721 22.80469002]</a:t>
            </a:r>
          </a:p>
          <a:p>
            <a:pPr>
              <a:buNone/>
            </a:pPr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weight/height**2 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using basic python list</a:t>
            </a:r>
            <a:b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>
                <a:solidFill>
                  <a:srgbClr val="FF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GB" sz="1600" b="1" dirty="0" err="1">
                <a:solidFill>
                  <a:srgbClr val="FF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TypeError</a:t>
            </a:r>
            <a:r>
              <a:rPr lang="en-GB" sz="1600" b="1" dirty="0">
                <a:solidFill>
                  <a:srgbClr val="FF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unsupported operand type(s) for ** or pow(): 	'list' and 'int' </a:t>
            </a:r>
            <a:endParaRPr lang="en-GB" sz="1600" dirty="0">
              <a:solidFill>
                <a:srgbClr val="FF0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endParaRPr lang="en-GB" sz="1600" dirty="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26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960256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NumPy?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58371" name="ZoneTexte 5">
            <a:extLst>
              <a:ext uri="{FF2B5EF4-FFF2-40B4-BE49-F238E27FC236}">
                <a16:creationId xmlns:a16="http://schemas.microsoft.com/office/drawing/2014/main" id="{D62A8895-E46F-B13B-DECD-1244CC344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9" y="1348431"/>
            <a:ext cx="8272463" cy="4161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/>
            <a:r>
              <a:rPr lang="en-GB" sz="18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Filter an array ?</a:t>
            </a:r>
          </a:p>
          <a:p>
            <a:pPr>
              <a:buNone/>
            </a:pPr>
            <a:b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fr-FR" sz="1600" dirty="0" err="1">
                <a:solidFill>
                  <a:srgbClr val="00009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fr-FR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bmi</a:t>
            </a: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[19.10883857 18.47632721 22.80469002]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fr-FR" sz="1600" dirty="0" err="1">
                <a:solidFill>
                  <a:srgbClr val="00009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fr-FR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bmi</a:t>
            </a: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&gt;20</a:t>
            </a:r>
            <a:r>
              <a:rPr lang="fr-FR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)# Which BMI values are above 20?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</a:t>
            </a:r>
            <a:r>
              <a:rPr lang="fr-FR" sz="1600" b="0" i="0" dirty="0">
                <a:effectLst/>
                <a:latin typeface="Menlo" panose="020B0609030804020204" pitchFamily="49" charset="0"/>
              </a:rPr>
              <a:t>[False False </a:t>
            </a:r>
            <a:r>
              <a:rPr lang="fr-FR" sz="1600" b="0" i="0" dirty="0" err="1">
                <a:effectLst/>
                <a:latin typeface="Menlo" panose="020B0609030804020204" pitchFamily="49" charset="0"/>
              </a:rPr>
              <a:t>True</a:t>
            </a:r>
            <a:r>
              <a:rPr lang="fr-FR" sz="1600" b="0" i="0" dirty="0">
                <a:effectLst/>
                <a:latin typeface="Menlo" panose="020B0609030804020204" pitchFamily="49" charset="0"/>
              </a:rPr>
              <a:t>] 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</a:rPr>
              <a:t>	</a:t>
            </a:r>
          </a:p>
          <a:p>
            <a:pPr>
              <a:buNone/>
            </a:pPr>
            <a:r>
              <a:rPr lang="fr-FR" sz="1600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upper_20 = </a:t>
            </a:r>
            <a:r>
              <a:rPr lang="fr-FR" sz="1600" b="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bmi</a:t>
            </a:r>
            <a:r>
              <a:rPr lang="fr-FR" sz="1600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&gt;20 </a:t>
            </a:r>
            <a:r>
              <a:rPr lang="fr-FR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</a:t>
            </a:r>
            <a:r>
              <a:rPr lang="fr-FR" sz="1600" b="0" u="none" strike="noStrike" dirty="0" err="1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Give</a:t>
            </a:r>
            <a:r>
              <a:rPr lang="fr-FR" sz="1600" b="0" u="none" strike="noStrike" dirty="0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me all the BMI values </a:t>
            </a:r>
            <a:r>
              <a:rPr lang="fr-FR" sz="1600" b="0" u="none" strike="noStrike" dirty="0" err="1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above</a:t>
            </a:r>
            <a:r>
              <a:rPr lang="fr-FR" sz="1600" b="0" u="none" strike="noStrike" dirty="0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20</a:t>
            </a:r>
            <a:endParaRPr lang="fr-FR" sz="1600" b="0" dirty="0">
              <a:solidFill>
                <a:srgbClr val="00B050"/>
              </a:solidFill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fr-FR" sz="1600" b="0" dirty="0">
                <a:effectLst/>
                <a:latin typeface="Menlo" panose="020B0609030804020204" pitchFamily="49" charset="0"/>
              </a:rPr>
              <a:t>	</a:t>
            </a:r>
            <a:r>
              <a:rPr lang="fr-FR" sz="1600" b="0" dirty="0" err="1">
                <a:solidFill>
                  <a:srgbClr val="000090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fr-FR" sz="16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1600" b="0" dirty="0" err="1">
                <a:effectLst/>
                <a:latin typeface="Menlo" panose="020B0609030804020204" pitchFamily="49" charset="0"/>
              </a:rPr>
              <a:t>bmi</a:t>
            </a:r>
            <a:r>
              <a:rPr lang="fr-FR" sz="1600" b="0" dirty="0">
                <a:effectLst/>
                <a:latin typeface="Menlo" panose="020B0609030804020204" pitchFamily="49" charset="0"/>
              </a:rPr>
              <a:t>[upper_20])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</a:rPr>
              <a:t>	&gt;&gt;&gt;</a:t>
            </a: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[22.80469002]</a:t>
            </a:r>
            <a:endParaRPr lang="fr-FR" sz="1600" b="0" dirty="0">
              <a:effectLst/>
              <a:latin typeface="Menlo" panose="020B0609030804020204" pitchFamily="49" charset="0"/>
            </a:endParaRPr>
          </a:p>
          <a:p>
            <a:pPr>
              <a:buNone/>
            </a:pPr>
            <a:endParaRPr lang="fr-FR" sz="1600" b="0" i="0" dirty="0"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fr-FR" sz="1600" b="0" dirty="0">
                <a:effectLst/>
                <a:latin typeface="Menlo" panose="020B0609030804020204" pitchFamily="49" charset="0"/>
              </a:rPr>
              <a:t>	</a:t>
            </a:r>
            <a:r>
              <a:rPr lang="fr-FR" sz="1600" b="0" dirty="0" err="1">
                <a:solidFill>
                  <a:srgbClr val="000090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fr-FR" sz="16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1600" b="0" dirty="0" err="1">
                <a:effectLst/>
                <a:latin typeface="Menlo" panose="020B0609030804020204" pitchFamily="49" charset="0"/>
              </a:rPr>
              <a:t>bmi</a:t>
            </a:r>
            <a:r>
              <a:rPr lang="fr-FR" sz="1600" b="0" dirty="0">
                <a:effectLst/>
                <a:latin typeface="Menlo" panose="020B0609030804020204" pitchFamily="49" charset="0"/>
              </a:rPr>
              <a:t>[</a:t>
            </a:r>
            <a:r>
              <a:rPr lang="fr-FR" sz="1600" b="0" dirty="0" err="1">
                <a:effectLst/>
                <a:latin typeface="Menlo" panose="020B0609030804020204" pitchFamily="49" charset="0"/>
              </a:rPr>
              <a:t>bmi</a:t>
            </a:r>
            <a:r>
              <a:rPr lang="fr-FR" sz="1600" b="0" dirty="0">
                <a:effectLst/>
                <a:latin typeface="Menlo" panose="020B0609030804020204" pitchFamily="49" charset="0"/>
              </a:rPr>
              <a:t>&gt;20])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</a:rPr>
              <a:t>	&gt;&gt;&gt;</a:t>
            </a: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[22.80469002]</a:t>
            </a:r>
            <a:endParaRPr lang="fr-FR" sz="1600" b="0" i="0" dirty="0">
              <a:effectLst/>
              <a:latin typeface="Menlo" panose="020B0609030804020204" pitchFamily="49" charset="0"/>
            </a:endParaRPr>
          </a:p>
          <a:p>
            <a:pPr>
              <a:buNone/>
            </a:pPr>
            <a:endParaRPr lang="fr-FR" sz="1600" b="0" i="0" dirty="0">
              <a:effectLst/>
              <a:latin typeface="Menlo" panose="020B0609030804020204" pitchFamily="49" charset="0"/>
            </a:endParaRP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27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6198005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52D859-0C50-7F9D-08D8-889E44EA8AC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 b="0" dirty="0">
                <a:latin typeface="Calibri Light" panose="020F0302020204030204" pitchFamily="34" charset="0"/>
                <a:cs typeface="Calibri Light" panose="020F0302020204030204" pitchFamily="34" charset="0"/>
              </a:rPr>
              <a:t>Let’s </a:t>
            </a:r>
            <a:r>
              <a:rPr lang="en-GB" b="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practice</a:t>
            </a:r>
            <a:endParaRPr lang="en-GB" b="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020A21A7-612B-6347-D3EE-68C45DD91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2313" y="5315045"/>
            <a:ext cx="1013188" cy="1110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5">
            <a:extLst>
              <a:ext uri="{FF2B5EF4-FFF2-40B4-BE49-F238E27FC236}">
                <a16:creationId xmlns:a16="http://schemas.microsoft.com/office/drawing/2014/main" id="{CE8F8177-7C68-53C8-EB5D-82B3F9976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45830"/>
            <a:ext cx="3818965" cy="646331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0"/>
              </a:spcBef>
            </a:pPr>
            <a:r>
              <a:rPr lang="en-GB" altLang="fr-FR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10-packages.py</a:t>
            </a:r>
          </a:p>
          <a:p>
            <a:pPr marL="285750" indent="-285750">
              <a:spcBef>
                <a:spcPct val="0"/>
              </a:spcBef>
            </a:pPr>
            <a:r>
              <a:rPr lang="en-GB" altLang="fr-FR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11-numpy.py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6451721-C369-77FF-A86D-964E16756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A72896F-8785-9134-7307-EA24701A4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644B14-5C44-904A-A7D8-F9A5236995E2}" type="slidenum">
              <a:rPr lang="fr-FR" altLang="fr-FR" smtClean="0"/>
              <a:pPr>
                <a:defRPr/>
              </a:pPr>
              <a:t>28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0050592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2D-NumPy?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58371" name="ZoneTexte 5">
            <a:extLst>
              <a:ext uri="{FF2B5EF4-FFF2-40B4-BE49-F238E27FC236}">
                <a16:creationId xmlns:a16="http://schemas.microsoft.com/office/drawing/2014/main" id="{D62A8895-E46F-B13B-DECD-1244CC344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9" y="1625430"/>
            <a:ext cx="8272463" cy="3607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/>
            <a:r>
              <a:rPr lang="en-GB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A 2D NumPy array means that an array can have multiple rows and columns</a:t>
            </a:r>
          </a:p>
          <a:p>
            <a:pPr>
              <a:buNone/>
            </a:pPr>
            <a:b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np_height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	=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np.array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([1.85, 1.79, 1.67]) 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np_weight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	=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np.array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([65.4, 59.2, 63.6])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>
                <a:solidFill>
                  <a:srgbClr val="00009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type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np_height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 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numpy.ndarray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same type for </a:t>
            </a:r>
            <a:r>
              <a:rPr lang="en-GB" sz="1600" dirty="0" err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np_weight</a:t>
            </a:r>
            <a:endParaRPr lang="en-GB" sz="1600" dirty="0">
              <a:solidFill>
                <a:srgbClr val="00B05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np_2d =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np.array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([[1.85, 1.79, 1.67],[65.4, 59.2, 63.6]])</a:t>
            </a:r>
          </a:p>
          <a:p>
            <a:pPr>
              <a:buNone/>
            </a:pPr>
            <a:r>
              <a:rPr lang="en-GB" sz="1600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np_2d.shape</a:t>
            </a:r>
            <a:endParaRPr lang="en-GB" sz="1600" b="0" dirty="0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&gt;&gt;&gt;(2,3) 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2 rows, 3 columns </a:t>
            </a:r>
          </a:p>
          <a:p>
            <a:pPr>
              <a:buNone/>
            </a:pPr>
            <a:endParaRPr lang="en-GB" sz="1600" b="0" dirty="0">
              <a:solidFill>
                <a:srgbClr val="00B050"/>
              </a:solidFill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endParaRPr lang="en-GB" sz="1600" b="0" i="0" dirty="0">
              <a:effectLst/>
              <a:latin typeface="Menlo" panose="020B0609030804020204" pitchFamily="49" charset="0"/>
            </a:endParaRP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29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5776702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2D-NumPy?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58371" name="ZoneTexte 5">
            <a:extLst>
              <a:ext uri="{FF2B5EF4-FFF2-40B4-BE49-F238E27FC236}">
                <a16:creationId xmlns:a16="http://schemas.microsoft.com/office/drawing/2014/main" id="{D62A8895-E46F-B13B-DECD-1244CC344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9" y="2302538"/>
            <a:ext cx="8272463" cy="2806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342900" indent="-342900"/>
            <a:r>
              <a:rPr lang="en-GB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Selecting elements within np_2d</a:t>
            </a:r>
          </a:p>
          <a:p>
            <a:pPr marL="342900" indent="-342900"/>
            <a:endParaRPr lang="en-GB" sz="1800" dirty="0">
              <a:solidFill>
                <a:srgbClr val="00B050"/>
              </a:solidFill>
              <a:effectLst/>
              <a:latin typeface="Calibri Light" panose="020F0302020204030204" pitchFamily="34" charset="0"/>
              <a:ea typeface="Menlo" panose="020B0609030804020204" pitchFamily="49" charset="0"/>
              <a:cs typeface="Calibri Light" panose="020F0302020204030204" pitchFamily="34" charset="0"/>
            </a:endParaRPr>
          </a:p>
          <a:p>
            <a:pPr>
              <a:buNone/>
            </a:pPr>
            <a:r>
              <a:rPr lang="en-GB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np_2d =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np.array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([[1.85, 1.79, 1.67],</a:t>
            </a:r>
          </a:p>
          <a:p>
            <a:pPr lvl="5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[65.4, 59.2, 63.6]])</a:t>
            </a:r>
            <a:endParaRPr lang="en-GB" sz="1600" dirty="0">
              <a:solidFill>
                <a:srgbClr val="00B050"/>
              </a:solidFill>
              <a:effectLst/>
              <a:latin typeface="Calibri Light" panose="020F0302020204030204" pitchFamily="34" charset="0"/>
              <a:ea typeface="Menlo" panose="020B0609030804020204" pitchFamily="49" charset="0"/>
              <a:cs typeface="Calibri Light" panose="020F0302020204030204" pitchFamily="34" charset="0"/>
            </a:endParaRP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np_2d[0]</a:t>
            </a:r>
          </a:p>
          <a:p>
            <a:pPr>
              <a:buNone/>
            </a:pPr>
            <a:r>
              <a:rPr lang="en-GB" sz="1600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</a:t>
            </a:r>
            <a:r>
              <a:rPr lang="en-GB" sz="1600" b="0" i="0" dirty="0">
                <a:effectLst/>
                <a:latin typeface="Menlo" panose="020B0609030804020204" pitchFamily="49" charset="0"/>
              </a:rPr>
              <a:t>array([1.85, 1.79, 1.67])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</a:rPr>
              <a:t>	</a:t>
            </a:r>
          </a:p>
          <a:p>
            <a:pPr>
              <a:buNone/>
            </a:pPr>
            <a:r>
              <a:rPr lang="en-GB" sz="1600" b="0" dirty="0">
                <a:effectLst/>
                <a:latin typeface="Menlo" panose="020B0609030804020204" pitchFamily="49" charset="0"/>
              </a:rPr>
              <a:t>	np_2d[:, 1:3] </a:t>
            </a:r>
            <a:r>
              <a:rPr lang="en-GB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# select all rows and columns 1 and 2</a:t>
            </a:r>
            <a:endParaRPr lang="en-GB" sz="1600" b="0" i="0" dirty="0">
              <a:solidFill>
                <a:srgbClr val="00B05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GB" sz="1600" b="0" i="0" dirty="0">
                <a:effectLst/>
                <a:latin typeface="Menlo" panose="020B0609030804020204" pitchFamily="49" charset="0"/>
              </a:rPr>
              <a:t>	&gt;&gt;&gt; array([[ 1.79, 1.67], [59.2 , 63.6 ]])</a:t>
            </a:r>
            <a:endParaRPr lang="en-GB" sz="1600" b="0" dirty="0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30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4993666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Basic NumPy stats?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58371" name="ZoneTexte 5">
            <a:extLst>
              <a:ext uri="{FF2B5EF4-FFF2-40B4-BE49-F238E27FC236}">
                <a16:creationId xmlns:a16="http://schemas.microsoft.com/office/drawing/2014/main" id="{D62A8895-E46F-B13B-DECD-1244CC344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9" y="2302538"/>
            <a:ext cx="8272463" cy="3834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GB" sz="1600" dirty="0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>
                <a:solidFill>
                  <a:srgbClr val="C0000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</a:t>
            </a:r>
            <a:r>
              <a:rPr lang="en-GB" sz="1600" dirty="0" err="1">
                <a:solidFill>
                  <a:srgbClr val="C0000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numpy</a:t>
            </a:r>
            <a:r>
              <a:rPr lang="en-GB" sz="1600" dirty="0">
                <a:solidFill>
                  <a:srgbClr val="C0000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as np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np_2d =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np.array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([[1.85, 1.79, 1.67],</a:t>
            </a:r>
          </a:p>
          <a:p>
            <a:pPr lvl="5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[65.4, 59.2, 63.6]])</a:t>
            </a:r>
            <a:endParaRPr lang="en-GB" sz="1600" dirty="0">
              <a:solidFill>
                <a:srgbClr val="00B050"/>
              </a:solidFill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np.mean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(np_2d[:, 0]) 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mean of the first column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33.625</a:t>
            </a:r>
          </a:p>
          <a:p>
            <a:pPr>
              <a:buNone/>
            </a:pPr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np.std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(np_2d[:, 0]) 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std of the first column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31.775</a:t>
            </a:r>
          </a:p>
          <a:p>
            <a:pPr>
              <a:buNone/>
            </a:pPr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# there's a ton of stats you can do with NumPy … Let's practice!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</a:rPr>
              <a:t>	</a:t>
            </a:r>
          </a:p>
          <a:p>
            <a:pPr>
              <a:buNone/>
            </a:pPr>
            <a:r>
              <a:rPr lang="en-GB" sz="1600" b="0" dirty="0">
                <a:effectLst/>
                <a:latin typeface="Menlo" panose="020B0609030804020204" pitchFamily="49" charset="0"/>
              </a:rPr>
              <a:t>	</a:t>
            </a:r>
            <a:endParaRPr lang="en-GB" sz="1600" b="0" dirty="0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31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9065115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52D859-0C50-7F9D-08D8-889E44EA8AC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 b="0" dirty="0">
                <a:latin typeface="Calibri Light" panose="020F0302020204030204" pitchFamily="34" charset="0"/>
                <a:cs typeface="Calibri Light" panose="020F0302020204030204" pitchFamily="34" charset="0"/>
              </a:rPr>
              <a:t>Let’s practice</a:t>
            </a: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020A21A7-612B-6347-D3EE-68C45DD91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2313" y="5315045"/>
            <a:ext cx="1013188" cy="1110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5">
            <a:extLst>
              <a:ext uri="{FF2B5EF4-FFF2-40B4-BE49-F238E27FC236}">
                <a16:creationId xmlns:a16="http://schemas.microsoft.com/office/drawing/2014/main" id="{CE8F8177-7C68-53C8-EB5D-82B3F9976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45830"/>
            <a:ext cx="3818965" cy="646331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0"/>
              </a:spcBef>
            </a:pPr>
            <a:r>
              <a:rPr lang="en-GB" altLang="fr-FR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12-2D_numpy.py</a:t>
            </a:r>
          </a:p>
          <a:p>
            <a:pPr marL="285750" indent="-285750">
              <a:spcBef>
                <a:spcPct val="0"/>
              </a:spcBef>
            </a:pPr>
            <a:r>
              <a:rPr lang="en-GB" altLang="fr-FR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13-numpy_stats.py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6451721-C369-77FF-A86D-964E16756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A72896F-8785-9134-7307-EA24701A4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644B14-5C44-904A-A7D8-F9A5236995E2}" type="slidenum">
              <a:rPr lang="fr-FR" altLang="fr-FR" smtClean="0"/>
              <a:pPr>
                <a:defRPr/>
              </a:pPr>
              <a:t>32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882426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52D859-0C50-7F9D-08D8-889E44EA8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DATA VISUALIZATION</a:t>
            </a: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020A21A7-612B-6347-D3EE-68C45DD91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2313" y="5315045"/>
            <a:ext cx="1013188" cy="1110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C03393D-5911-DABC-218D-95C6F84E9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787B6B0-3F41-CA8D-A819-E0543076D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644B14-5C44-904A-A7D8-F9A5236995E2}" type="slidenum">
              <a:rPr lang="fr-FR" altLang="fr-FR" smtClean="0"/>
              <a:pPr>
                <a:defRPr/>
              </a:pPr>
              <a:t>33</a:t>
            </a:fld>
            <a:endParaRPr lang="fr-FR" alt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842AB58-F453-2C6E-1861-490813735DFD}"/>
              </a:ext>
            </a:extLst>
          </p:cNvPr>
          <p:cNvSpPr txBox="1"/>
          <p:nvPr/>
        </p:nvSpPr>
        <p:spPr>
          <a:xfrm>
            <a:off x="1765192" y="3794954"/>
            <a:ext cx="67295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Source: </a:t>
            </a:r>
            <a:r>
              <a:rPr lang="fr-FR" sz="12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Northwestern</a:t>
            </a:r>
            <a:r>
              <a:rPr lang="fr-FR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 (https://</a:t>
            </a:r>
            <a:r>
              <a:rPr lang="fr-FR" sz="12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nustat.github.io</a:t>
            </a:r>
            <a:r>
              <a:rPr lang="fr-FR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/</a:t>
            </a:r>
            <a:r>
              <a:rPr lang="fr-FR" sz="12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DataScience_Intro_python</a:t>
            </a:r>
            <a:r>
              <a:rPr lang="fr-FR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/Data%20visualization.html)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0AC639A-4C89-BDBF-52C4-7DDD0F9F8D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99695" y="403414"/>
            <a:ext cx="7187105" cy="33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26103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Figures – Matplotlib package!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58371" name="ZoneTexte 5">
            <a:extLst>
              <a:ext uri="{FF2B5EF4-FFF2-40B4-BE49-F238E27FC236}">
                <a16:creationId xmlns:a16="http://schemas.microsoft.com/office/drawing/2014/main" id="{D62A8895-E46F-B13B-DECD-1244CC344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353" y="2297857"/>
            <a:ext cx="4390833" cy="2092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GB" sz="1800" dirty="0">
                <a:solidFill>
                  <a:srgbClr val="000090"/>
                </a:solidFill>
                <a:latin typeface="Calibri Light" panose="020F0302020204030204" pitchFamily="34" charset="0"/>
                <a:ea typeface="Menlo" panose="020B0609030804020204" pitchFamily="49" charset="0"/>
                <a:cs typeface="Calibri Light" panose="020F0302020204030204" pitchFamily="34" charset="0"/>
              </a:rPr>
              <a:t>pip install </a:t>
            </a:r>
            <a:r>
              <a:rPr lang="en-GB" sz="1800" dirty="0" err="1">
                <a:solidFill>
                  <a:srgbClr val="000090"/>
                </a:solidFill>
                <a:latin typeface="Calibri Light" panose="020F0302020204030204" pitchFamily="34" charset="0"/>
                <a:ea typeface="Menlo" panose="020B0609030804020204" pitchFamily="49" charset="0"/>
                <a:cs typeface="Calibri Light" panose="020F0302020204030204" pitchFamily="34" charset="0"/>
              </a:rPr>
              <a:t>matplotlib</a:t>
            </a:r>
            <a:r>
              <a:rPr lang="en-GB" sz="1800" dirty="0">
                <a:solidFill>
                  <a:srgbClr val="000090"/>
                </a:solidFill>
                <a:latin typeface="Calibri Light" panose="020F0302020204030204" pitchFamily="34" charset="0"/>
                <a:ea typeface="Menlo" panose="020B0609030804020204" pitchFamily="49" charset="0"/>
                <a:cs typeface="Calibri Light" panose="020F0302020204030204" pitchFamily="34" charset="0"/>
              </a:rPr>
              <a:t>  (in the terminal)</a:t>
            </a:r>
          </a:p>
          <a:p>
            <a:pPr>
              <a:buNone/>
            </a:pPr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fr-FR" sz="1600" b="0" dirty="0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import </a:t>
            </a:r>
            <a:r>
              <a:rPr lang="fr-FR" sz="1600" b="0" dirty="0" err="1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matplotlib.pyplot</a:t>
            </a:r>
            <a:r>
              <a:rPr lang="fr-FR" sz="1600" b="0" dirty="0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 as </a:t>
            </a:r>
            <a:r>
              <a:rPr lang="fr-FR" sz="1600" b="0" dirty="0" err="1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plt</a:t>
            </a:r>
            <a:endParaRPr lang="fr-FR" sz="1600" dirty="0">
              <a:solidFill>
                <a:srgbClr val="C00000"/>
              </a:solidFill>
              <a:latin typeface="Menlo" panose="020B0609030804020204" pitchFamily="49" charset="0"/>
            </a:endParaRPr>
          </a:p>
          <a:p>
            <a:pPr>
              <a:buNone/>
            </a:pPr>
            <a:r>
              <a:rPr lang="fr-FR" sz="1600" b="0" dirty="0" err="1">
                <a:effectLst/>
                <a:latin typeface="Menlo" panose="020B0609030804020204" pitchFamily="49" charset="0"/>
              </a:rPr>
              <a:t>year</a:t>
            </a:r>
            <a:r>
              <a:rPr lang="fr-FR" sz="1600" b="0" dirty="0">
                <a:effectLst/>
                <a:latin typeface="Menlo" panose="020B0609030804020204" pitchFamily="49" charset="0"/>
              </a:rPr>
              <a:t> = [1950, 1970, 1990, 2010] </a:t>
            </a:r>
          </a:p>
          <a:p>
            <a:pPr>
              <a:buNone/>
            </a:pPr>
            <a:r>
              <a:rPr lang="fr-FR" sz="1600" b="0" dirty="0">
                <a:effectLst/>
                <a:latin typeface="Menlo" panose="020B0609030804020204" pitchFamily="49" charset="0"/>
              </a:rPr>
              <a:t>pop = [2.519, 3.692, 5.263, 6.972] </a:t>
            </a:r>
            <a:r>
              <a:rPr lang="fr-FR" sz="1600" b="0" dirty="0" err="1">
                <a:effectLst/>
                <a:latin typeface="Menlo" panose="020B0609030804020204" pitchFamily="49" charset="0"/>
              </a:rPr>
              <a:t>plt.plot</a:t>
            </a:r>
            <a:r>
              <a:rPr lang="fr-FR" sz="16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1600" b="0" dirty="0" err="1">
                <a:effectLst/>
                <a:latin typeface="Menlo" panose="020B0609030804020204" pitchFamily="49" charset="0"/>
              </a:rPr>
              <a:t>year</a:t>
            </a:r>
            <a:r>
              <a:rPr lang="fr-FR" sz="1600" b="0" dirty="0">
                <a:effectLst/>
                <a:latin typeface="Menlo" panose="020B0609030804020204" pitchFamily="49" charset="0"/>
              </a:rPr>
              <a:t>, pop)</a:t>
            </a:r>
          </a:p>
          <a:p>
            <a:pPr>
              <a:buNone/>
            </a:pPr>
            <a:r>
              <a:rPr lang="fr-FR" sz="1600" b="0" dirty="0" err="1">
                <a:effectLst/>
                <a:latin typeface="Menlo" panose="020B0609030804020204" pitchFamily="49" charset="0"/>
              </a:rPr>
              <a:t>plt.show</a:t>
            </a:r>
            <a:r>
              <a:rPr lang="fr-FR" sz="1600" b="0" dirty="0">
                <a:effectLst/>
                <a:latin typeface="Menlo" panose="020B0609030804020204" pitchFamily="49" charset="0"/>
              </a:rPr>
              <a:t>()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34</a:t>
            </a:fld>
            <a:endParaRPr lang="fr-FR" alt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4298667-3AC8-395F-62CD-A31AED9A9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1186" y="1837282"/>
            <a:ext cx="4158156" cy="318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7576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Figures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58371" name="ZoneTexte 5">
            <a:extLst>
              <a:ext uri="{FF2B5EF4-FFF2-40B4-BE49-F238E27FC236}">
                <a16:creationId xmlns:a16="http://schemas.microsoft.com/office/drawing/2014/main" id="{D62A8895-E46F-B13B-DECD-1244CC344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2" y="2716433"/>
            <a:ext cx="4390833" cy="1471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fr-FR" sz="1600" b="0" dirty="0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import </a:t>
            </a:r>
            <a:r>
              <a:rPr lang="fr-FR" sz="1600" b="0" dirty="0" err="1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matplotlib.pyplot</a:t>
            </a:r>
            <a:r>
              <a:rPr lang="fr-FR" sz="1600" b="0" dirty="0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 as </a:t>
            </a:r>
            <a:r>
              <a:rPr lang="fr-FR" sz="1600" b="0" dirty="0" err="1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plt</a:t>
            </a:r>
            <a:endParaRPr lang="fr-FR" sz="1600" dirty="0">
              <a:solidFill>
                <a:srgbClr val="C00000"/>
              </a:solidFill>
              <a:latin typeface="Menlo" panose="020B0609030804020204" pitchFamily="49" charset="0"/>
            </a:endParaRPr>
          </a:p>
          <a:p>
            <a:pPr>
              <a:buNone/>
            </a:pPr>
            <a:r>
              <a:rPr lang="fr-FR" sz="1600" b="0" dirty="0" err="1">
                <a:effectLst/>
                <a:latin typeface="Menlo" panose="020B0609030804020204" pitchFamily="49" charset="0"/>
              </a:rPr>
              <a:t>year</a:t>
            </a:r>
            <a:r>
              <a:rPr lang="fr-FR" sz="1600" b="0" dirty="0">
                <a:effectLst/>
                <a:latin typeface="Menlo" panose="020B0609030804020204" pitchFamily="49" charset="0"/>
              </a:rPr>
              <a:t> = [1950, 1970, 1990, 2010] </a:t>
            </a:r>
          </a:p>
          <a:p>
            <a:pPr>
              <a:buNone/>
            </a:pPr>
            <a:r>
              <a:rPr lang="fr-FR" sz="1600" b="0" dirty="0">
                <a:effectLst/>
                <a:latin typeface="Menlo" panose="020B0609030804020204" pitchFamily="49" charset="0"/>
              </a:rPr>
              <a:t>pop = [2.519, 3.692, 5.263, 6.972] </a:t>
            </a:r>
            <a:r>
              <a:rPr lang="fr-FR" sz="1600" b="0" dirty="0" err="1">
                <a:effectLst/>
                <a:latin typeface="Menlo" panose="020B0609030804020204" pitchFamily="49" charset="0"/>
              </a:rPr>
              <a:t>p</a:t>
            </a:r>
            <a:r>
              <a:rPr lang="fr-FR" sz="1600" dirty="0" err="1">
                <a:latin typeface="Menlo" panose="020B0609030804020204" pitchFamily="49" charset="0"/>
              </a:rPr>
              <a:t>lt.scatter</a:t>
            </a:r>
            <a:r>
              <a:rPr lang="fr-FR" sz="1600" dirty="0">
                <a:latin typeface="Menlo" panose="020B0609030804020204" pitchFamily="49" charset="0"/>
              </a:rPr>
              <a:t>(</a:t>
            </a:r>
            <a:r>
              <a:rPr lang="fr-FR" sz="1600" dirty="0" err="1">
                <a:latin typeface="Menlo" panose="020B0609030804020204" pitchFamily="49" charset="0"/>
              </a:rPr>
              <a:t>year,pop</a:t>
            </a:r>
            <a:r>
              <a:rPr lang="fr-FR" sz="1600" dirty="0">
                <a:latin typeface="Menlo" panose="020B0609030804020204" pitchFamily="49" charset="0"/>
              </a:rPr>
              <a:t>)</a:t>
            </a:r>
            <a:endParaRPr lang="fr-FR" sz="1600" b="0" dirty="0"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fr-FR" sz="1600" b="0" dirty="0" err="1">
                <a:effectLst/>
                <a:latin typeface="Menlo" panose="020B0609030804020204" pitchFamily="49" charset="0"/>
              </a:rPr>
              <a:t>plt.show</a:t>
            </a:r>
            <a:r>
              <a:rPr lang="fr-FR" sz="1600" b="0" dirty="0">
                <a:effectLst/>
                <a:latin typeface="Menlo" panose="020B0609030804020204" pitchFamily="49" charset="0"/>
              </a:rPr>
              <a:t>()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35</a:t>
            </a:fld>
            <a:endParaRPr lang="fr-FR" alt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0D8AC93-7147-A8AB-EB60-EFE70CEF5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1555" y="1796638"/>
            <a:ext cx="4221217" cy="326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0312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Figures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58371" name="ZoneTexte 5">
            <a:extLst>
              <a:ext uri="{FF2B5EF4-FFF2-40B4-BE49-F238E27FC236}">
                <a16:creationId xmlns:a16="http://schemas.microsoft.com/office/drawing/2014/main" id="{D62A8895-E46F-B13B-DECD-1244CC344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78" y="1640740"/>
            <a:ext cx="4390833" cy="1766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fr-FR" sz="1600" b="0" dirty="0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import </a:t>
            </a:r>
            <a:r>
              <a:rPr lang="fr-FR" sz="1600" b="0" dirty="0" err="1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matplotlib.pyplot</a:t>
            </a:r>
            <a:r>
              <a:rPr lang="fr-FR" sz="1600" b="0" dirty="0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 as </a:t>
            </a:r>
            <a:r>
              <a:rPr lang="fr-FR" sz="1600" b="0" dirty="0" err="1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plt</a:t>
            </a:r>
            <a:endParaRPr lang="fr-FR" sz="1600" dirty="0">
              <a:solidFill>
                <a:srgbClr val="C00000"/>
              </a:solidFill>
              <a:latin typeface="Menlo" panose="020B0609030804020204" pitchFamily="49" charset="0"/>
            </a:endParaRPr>
          </a:p>
          <a:p>
            <a:pPr>
              <a:buNone/>
            </a:pPr>
            <a:r>
              <a:rPr lang="fr-FR" sz="1600" b="0" dirty="0" err="1">
                <a:effectLst/>
                <a:latin typeface="Menlo" panose="020B0609030804020204" pitchFamily="49" charset="0"/>
              </a:rPr>
              <a:t>year</a:t>
            </a:r>
            <a:r>
              <a:rPr lang="fr-FR" sz="1600" b="0" dirty="0">
                <a:effectLst/>
                <a:latin typeface="Menlo" panose="020B0609030804020204" pitchFamily="49" charset="0"/>
              </a:rPr>
              <a:t> = [1950, 1970, 1990, 2010] </a:t>
            </a:r>
          </a:p>
          <a:p>
            <a:pPr>
              <a:buNone/>
            </a:pPr>
            <a:r>
              <a:rPr lang="fr-FR" sz="1600" b="0" dirty="0">
                <a:effectLst/>
                <a:latin typeface="Menlo" panose="020B0609030804020204" pitchFamily="49" charset="0"/>
              </a:rPr>
              <a:t>pop = [2.519, 3.692, 5.263, 6.972] </a:t>
            </a:r>
            <a:r>
              <a:rPr lang="fr-FR" sz="1600" b="0" dirty="0" err="1">
                <a:solidFill>
                  <a:srgbClr val="000090"/>
                </a:solidFill>
                <a:effectLst/>
                <a:latin typeface="Menlo" panose="020B0609030804020204" pitchFamily="49" charset="0"/>
              </a:rPr>
              <a:t>plt.plot</a:t>
            </a:r>
            <a:r>
              <a:rPr lang="fr-FR" sz="1600" b="0" dirty="0">
                <a:solidFill>
                  <a:srgbClr val="00009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1600" b="0" dirty="0" err="1">
                <a:solidFill>
                  <a:srgbClr val="000090"/>
                </a:solidFill>
                <a:effectLst/>
                <a:latin typeface="Menlo" panose="020B0609030804020204" pitchFamily="49" charset="0"/>
              </a:rPr>
              <a:t>year</a:t>
            </a:r>
            <a:r>
              <a:rPr lang="fr-FR" sz="1600" b="0" dirty="0">
                <a:solidFill>
                  <a:srgbClr val="000090"/>
                </a:solidFill>
                <a:effectLst/>
                <a:latin typeface="Menlo" panose="020B0609030804020204" pitchFamily="49" charset="0"/>
              </a:rPr>
              <a:t>, pop)</a:t>
            </a:r>
          </a:p>
          <a:p>
            <a:pPr>
              <a:buNone/>
            </a:pPr>
            <a:r>
              <a:rPr lang="fr-FR" sz="1600" dirty="0" err="1">
                <a:solidFill>
                  <a:srgbClr val="000090"/>
                </a:solidFill>
                <a:latin typeface="Menlo" panose="020B0609030804020204" pitchFamily="49" charset="0"/>
              </a:rPr>
              <a:t>plt.scatter</a:t>
            </a:r>
            <a:r>
              <a:rPr lang="fr-FR" sz="1600" dirty="0">
                <a:solidFill>
                  <a:srgbClr val="000090"/>
                </a:solidFill>
                <a:latin typeface="Menlo" panose="020B0609030804020204" pitchFamily="49" charset="0"/>
              </a:rPr>
              <a:t>(</a:t>
            </a:r>
            <a:r>
              <a:rPr lang="fr-FR" sz="1600" dirty="0" err="1">
                <a:solidFill>
                  <a:srgbClr val="000090"/>
                </a:solidFill>
                <a:latin typeface="Menlo" panose="020B0609030804020204" pitchFamily="49" charset="0"/>
              </a:rPr>
              <a:t>year,pop</a:t>
            </a:r>
            <a:r>
              <a:rPr lang="fr-FR" sz="1600" dirty="0">
                <a:solidFill>
                  <a:srgbClr val="000090"/>
                </a:solidFill>
                <a:latin typeface="Menlo" panose="020B0609030804020204" pitchFamily="49" charset="0"/>
              </a:rPr>
              <a:t>)</a:t>
            </a:r>
            <a:endParaRPr lang="fr-FR" sz="1600" b="0" dirty="0">
              <a:solidFill>
                <a:srgbClr val="00009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fr-FR" sz="1600" b="0" dirty="0" err="1">
                <a:effectLst/>
                <a:latin typeface="Menlo" panose="020B0609030804020204" pitchFamily="49" charset="0"/>
              </a:rPr>
              <a:t>plt.show</a:t>
            </a:r>
            <a:r>
              <a:rPr lang="fr-FR" sz="1600" b="0" dirty="0">
                <a:effectLst/>
                <a:latin typeface="Menlo" panose="020B0609030804020204" pitchFamily="49" charset="0"/>
              </a:rPr>
              <a:t>()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36</a:t>
            </a:fld>
            <a:endParaRPr lang="fr-FR" alt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71F71A5-153E-86B9-3B9A-F626929D3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3440" y="1087252"/>
            <a:ext cx="3501258" cy="270790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76D0DD07-79DC-12F2-EAC0-1A31E48A45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2859" y="3904878"/>
            <a:ext cx="3602421" cy="2786142"/>
          </a:xfrm>
          <a:prstGeom prst="rect">
            <a:avLst/>
          </a:prstGeom>
        </p:spPr>
      </p:pic>
      <p:sp>
        <p:nvSpPr>
          <p:cNvPr id="7" name="ZoneTexte 5">
            <a:extLst>
              <a:ext uri="{FF2B5EF4-FFF2-40B4-BE49-F238E27FC236}">
                <a16:creationId xmlns:a16="http://schemas.microsoft.com/office/drawing/2014/main" id="{6EEA6F72-42CC-5FA8-209C-418D7FF1C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78" y="4414630"/>
            <a:ext cx="4390833" cy="1766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fr-FR" sz="1600" b="0" dirty="0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import </a:t>
            </a:r>
            <a:r>
              <a:rPr lang="fr-FR" sz="1600" b="0" dirty="0" err="1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matplotlib.pyplot</a:t>
            </a:r>
            <a:r>
              <a:rPr lang="fr-FR" sz="1600" b="0" dirty="0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 as </a:t>
            </a:r>
            <a:r>
              <a:rPr lang="fr-FR" sz="1600" b="0" dirty="0" err="1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plt</a:t>
            </a:r>
            <a:endParaRPr lang="fr-FR" sz="1600" dirty="0">
              <a:solidFill>
                <a:srgbClr val="C00000"/>
              </a:solidFill>
              <a:latin typeface="Menlo" panose="020B0609030804020204" pitchFamily="49" charset="0"/>
            </a:endParaRPr>
          </a:p>
          <a:p>
            <a:pPr>
              <a:buNone/>
            </a:pPr>
            <a:r>
              <a:rPr lang="fr-FR" sz="1600" b="0" dirty="0" err="1">
                <a:effectLst/>
                <a:latin typeface="Menlo" panose="020B0609030804020204" pitchFamily="49" charset="0"/>
              </a:rPr>
              <a:t>year</a:t>
            </a:r>
            <a:r>
              <a:rPr lang="fr-FR" sz="1600" b="0" dirty="0">
                <a:effectLst/>
                <a:latin typeface="Menlo" panose="020B0609030804020204" pitchFamily="49" charset="0"/>
              </a:rPr>
              <a:t> = [1950, 1970, 1990, 2010] </a:t>
            </a:r>
          </a:p>
          <a:p>
            <a:pPr>
              <a:buNone/>
            </a:pPr>
            <a:r>
              <a:rPr lang="fr-FR" sz="1600" b="0" dirty="0">
                <a:effectLst/>
                <a:latin typeface="Menlo" panose="020B0609030804020204" pitchFamily="49" charset="0"/>
              </a:rPr>
              <a:t>pop = [2.519, 3.692, 5.263, 6.972] </a:t>
            </a:r>
            <a:r>
              <a:rPr lang="fr-FR" sz="1600" b="0" dirty="0" err="1">
                <a:solidFill>
                  <a:srgbClr val="000090"/>
                </a:solidFill>
                <a:effectLst/>
                <a:latin typeface="Menlo" panose="020B0609030804020204" pitchFamily="49" charset="0"/>
              </a:rPr>
              <a:t>plt.plot</a:t>
            </a:r>
            <a:r>
              <a:rPr lang="fr-FR" sz="1600" b="0" dirty="0">
                <a:solidFill>
                  <a:srgbClr val="00009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1600" b="0" dirty="0" err="1">
                <a:solidFill>
                  <a:srgbClr val="000090"/>
                </a:solidFill>
                <a:effectLst/>
                <a:latin typeface="Menlo" panose="020B0609030804020204" pitchFamily="49" charset="0"/>
              </a:rPr>
              <a:t>year</a:t>
            </a:r>
            <a:r>
              <a:rPr lang="fr-FR" sz="1600" b="0" dirty="0">
                <a:solidFill>
                  <a:srgbClr val="000090"/>
                </a:solidFill>
                <a:effectLst/>
                <a:latin typeface="Menlo" panose="020B0609030804020204" pitchFamily="49" charset="0"/>
              </a:rPr>
              <a:t>, pop)</a:t>
            </a:r>
          </a:p>
          <a:p>
            <a:pPr>
              <a:buNone/>
            </a:pPr>
            <a:r>
              <a:rPr lang="fr-FR" sz="1600" dirty="0" err="1">
                <a:solidFill>
                  <a:srgbClr val="000090"/>
                </a:solidFill>
                <a:latin typeface="Menlo" panose="020B0609030804020204" pitchFamily="49" charset="0"/>
              </a:rPr>
              <a:t>plt.scatter</a:t>
            </a:r>
            <a:r>
              <a:rPr lang="fr-FR" sz="1600" dirty="0">
                <a:solidFill>
                  <a:srgbClr val="000090"/>
                </a:solidFill>
                <a:latin typeface="Menlo" panose="020B0609030804020204" pitchFamily="49" charset="0"/>
              </a:rPr>
              <a:t>(</a:t>
            </a:r>
            <a:r>
              <a:rPr lang="fr-FR" sz="1600" dirty="0" err="1">
                <a:solidFill>
                  <a:srgbClr val="000090"/>
                </a:solidFill>
                <a:latin typeface="Menlo" panose="020B0609030804020204" pitchFamily="49" charset="0"/>
              </a:rPr>
              <a:t>year,pop,c</a:t>
            </a:r>
            <a:r>
              <a:rPr lang="fr-FR" sz="1600" dirty="0">
                <a:solidFill>
                  <a:srgbClr val="000090"/>
                </a:solidFill>
                <a:latin typeface="Menlo" panose="020B0609030804020204" pitchFamily="49" charset="0"/>
              </a:rPr>
              <a:t>=pop)</a:t>
            </a:r>
            <a:endParaRPr lang="fr-FR" sz="1600" b="0" dirty="0">
              <a:solidFill>
                <a:srgbClr val="00009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fr-FR" sz="1600" b="0" dirty="0" err="1">
                <a:effectLst/>
                <a:latin typeface="Menlo" panose="020B0609030804020204" pitchFamily="49" charset="0"/>
              </a:rPr>
              <a:t>plt.show</a:t>
            </a:r>
            <a:r>
              <a:rPr lang="fr-FR" sz="1600" b="0" dirty="0">
                <a:effectLst/>
                <a:latin typeface="Menlo" panose="020B060903080402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0407606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Figures - Histograms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58371" name="ZoneTexte 5">
            <a:extLst>
              <a:ext uri="{FF2B5EF4-FFF2-40B4-BE49-F238E27FC236}">
                <a16:creationId xmlns:a16="http://schemas.microsoft.com/office/drawing/2014/main" id="{D62A8895-E46F-B13B-DECD-1244CC344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374" y="1734626"/>
            <a:ext cx="4390833" cy="1717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fr-FR" sz="1600" b="0" dirty="0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import </a:t>
            </a:r>
            <a:r>
              <a:rPr lang="fr-FR" sz="1600" b="0" dirty="0" err="1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matplotlib.pyplot</a:t>
            </a:r>
            <a:r>
              <a:rPr lang="fr-FR" sz="1600" b="0" dirty="0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 as </a:t>
            </a:r>
            <a:r>
              <a:rPr lang="fr-FR" sz="1600" b="0" dirty="0" err="1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plt</a:t>
            </a:r>
            <a:endParaRPr lang="fr-FR" sz="1600" dirty="0">
              <a:solidFill>
                <a:srgbClr val="C00000"/>
              </a:solidFill>
              <a:latin typeface="Menlo" panose="020B0609030804020204" pitchFamily="49" charset="0"/>
            </a:endParaRPr>
          </a:p>
          <a:p>
            <a:pPr>
              <a:buNone/>
            </a:pPr>
            <a:r>
              <a:rPr lang="fr-FR" sz="1600" b="0" dirty="0">
                <a:effectLst/>
                <a:latin typeface="Menlo" panose="020B0609030804020204" pitchFamily="49" charset="0"/>
              </a:rPr>
              <a:t>values = [0,0.6,1.4,1.6,2.2,2.5,2.6,3.2,3.5,3.9,4.2,6] </a:t>
            </a:r>
          </a:p>
          <a:p>
            <a:pPr>
              <a:buNone/>
            </a:pPr>
            <a:r>
              <a:rPr lang="fr-FR" sz="1600" b="0" dirty="0" err="1">
                <a:solidFill>
                  <a:srgbClr val="000090"/>
                </a:solidFill>
                <a:effectLst/>
                <a:latin typeface="Menlo" panose="020B0609030804020204" pitchFamily="49" charset="0"/>
              </a:rPr>
              <a:t>plt.hist</a:t>
            </a:r>
            <a:r>
              <a:rPr lang="fr-FR" sz="1600" b="0" dirty="0">
                <a:effectLst/>
                <a:latin typeface="Menlo" panose="020B0609030804020204" pitchFamily="49" charset="0"/>
              </a:rPr>
              <a:t>(values, </a:t>
            </a:r>
            <a:r>
              <a:rPr lang="fr-FR" sz="1600" b="0" dirty="0" err="1">
                <a:effectLst/>
                <a:latin typeface="Menlo" panose="020B0609030804020204" pitchFamily="49" charset="0"/>
              </a:rPr>
              <a:t>bins</a:t>
            </a:r>
            <a:r>
              <a:rPr lang="fr-FR" sz="1600" b="0" dirty="0">
                <a:effectLst/>
                <a:latin typeface="Menlo" panose="020B0609030804020204" pitchFamily="49" charset="0"/>
              </a:rPr>
              <a:t>=3)</a:t>
            </a:r>
          </a:p>
          <a:p>
            <a:pPr>
              <a:buNone/>
            </a:pPr>
            <a:r>
              <a:rPr lang="fr-FR" sz="1600" b="0" dirty="0" err="1">
                <a:effectLst/>
                <a:latin typeface="Menlo" panose="020B0609030804020204" pitchFamily="49" charset="0"/>
              </a:rPr>
              <a:t>plt.show</a:t>
            </a:r>
            <a:r>
              <a:rPr lang="fr-FR" sz="1600" b="0" dirty="0">
                <a:effectLst/>
                <a:latin typeface="Menlo" panose="020B0609030804020204" pitchFamily="49" charset="0"/>
              </a:rPr>
              <a:t>()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37</a:t>
            </a:fld>
            <a:endParaRPr lang="fr-FR" alt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70B0505-204E-44A2-2A58-4E94C2DD3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633" y="1173440"/>
            <a:ext cx="3548555" cy="274448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4A9FFC78-533F-5AFC-9E57-521D977D2B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0535" y="3917922"/>
            <a:ext cx="3694750" cy="2744482"/>
          </a:xfrm>
          <a:prstGeom prst="rect">
            <a:avLst/>
          </a:prstGeom>
        </p:spPr>
      </p:pic>
      <p:sp>
        <p:nvSpPr>
          <p:cNvPr id="7" name="ZoneTexte 5">
            <a:extLst>
              <a:ext uri="{FF2B5EF4-FFF2-40B4-BE49-F238E27FC236}">
                <a16:creationId xmlns:a16="http://schemas.microsoft.com/office/drawing/2014/main" id="{5FCF6158-8BCE-73AA-AEFF-304C403840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373" y="4431466"/>
            <a:ext cx="4390833" cy="2012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fr-FR" sz="1600" b="0" dirty="0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import </a:t>
            </a:r>
            <a:r>
              <a:rPr lang="fr-FR" sz="1600" b="0" dirty="0" err="1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matplotlib.pyplot</a:t>
            </a:r>
            <a:r>
              <a:rPr lang="fr-FR" sz="1600" b="0" dirty="0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 as </a:t>
            </a:r>
            <a:r>
              <a:rPr lang="fr-FR" sz="1600" b="0" dirty="0" err="1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plt</a:t>
            </a:r>
            <a:endParaRPr lang="fr-FR" sz="1600" dirty="0">
              <a:solidFill>
                <a:srgbClr val="C00000"/>
              </a:solidFill>
              <a:latin typeface="Menlo" panose="020B0609030804020204" pitchFamily="49" charset="0"/>
            </a:endParaRPr>
          </a:p>
          <a:p>
            <a:pPr>
              <a:buNone/>
            </a:pPr>
            <a:r>
              <a:rPr lang="fr-FR" sz="1600" b="0" dirty="0">
                <a:effectLst/>
                <a:latin typeface="Menlo" panose="020B0609030804020204" pitchFamily="49" charset="0"/>
              </a:rPr>
              <a:t>values = [0,0.6,1.4,1.6,2.2,2.5,2.6,3.2,3.5,3.9,4.2,6] </a:t>
            </a:r>
          </a:p>
          <a:p>
            <a:pPr>
              <a:buNone/>
            </a:pPr>
            <a:r>
              <a:rPr lang="fr-FR" sz="1600" b="0" dirty="0" err="1">
                <a:solidFill>
                  <a:srgbClr val="000090"/>
                </a:solidFill>
                <a:effectLst/>
                <a:latin typeface="Menlo" panose="020B0609030804020204" pitchFamily="49" charset="0"/>
              </a:rPr>
              <a:t>plt.hist</a:t>
            </a:r>
            <a:r>
              <a:rPr lang="fr-FR" sz="1600" b="0" dirty="0">
                <a:effectLst/>
                <a:latin typeface="Menlo" panose="020B0609030804020204" pitchFamily="49" charset="0"/>
              </a:rPr>
              <a:t>(values, </a:t>
            </a:r>
            <a:r>
              <a:rPr lang="fr-FR" sz="1600" b="0" dirty="0" err="1">
                <a:effectLst/>
                <a:latin typeface="Menlo" panose="020B0609030804020204" pitchFamily="49" charset="0"/>
              </a:rPr>
              <a:t>bins</a:t>
            </a:r>
            <a:r>
              <a:rPr lang="fr-FR" sz="1600" b="0" dirty="0">
                <a:effectLst/>
                <a:latin typeface="Menlo" panose="020B0609030804020204" pitchFamily="49" charset="0"/>
              </a:rPr>
              <a:t>=25)</a:t>
            </a:r>
          </a:p>
          <a:p>
            <a:pPr>
              <a:buNone/>
            </a:pPr>
            <a:r>
              <a:rPr lang="fr-FR" sz="1600" b="0" dirty="0" err="1">
                <a:effectLst/>
                <a:latin typeface="Menlo" panose="020B0609030804020204" pitchFamily="49" charset="0"/>
              </a:rPr>
              <a:t>plt.show</a:t>
            </a:r>
            <a:r>
              <a:rPr lang="fr-FR" sz="1600" b="0" dirty="0">
                <a:effectLst/>
                <a:latin typeface="Menlo" panose="020B0609030804020204" pitchFamily="49" charset="0"/>
              </a:rPr>
              <a:t>()</a:t>
            </a:r>
          </a:p>
          <a:p>
            <a:pPr>
              <a:buNone/>
            </a:pPr>
            <a:r>
              <a:rPr lang="fr-FR" sz="1600" dirty="0">
                <a:solidFill>
                  <a:srgbClr val="00B050"/>
                </a:solidFill>
                <a:latin typeface="Menlo" panose="020B0609030804020204" pitchFamily="49" charset="0"/>
              </a:rPr>
              <a:t># </a:t>
            </a:r>
            <a:r>
              <a:rPr lang="fr-FR" sz="1600" dirty="0" err="1">
                <a:solidFill>
                  <a:srgbClr val="00B050"/>
                </a:solidFill>
                <a:latin typeface="Menlo" panose="020B0609030804020204" pitchFamily="49" charset="0"/>
              </a:rPr>
              <a:t>Make</a:t>
            </a:r>
            <a:r>
              <a:rPr lang="fr-FR" sz="1600" dirty="0">
                <a:solidFill>
                  <a:srgbClr val="00B050"/>
                </a:solidFill>
                <a:latin typeface="Menlo" panose="020B0609030804020204" pitchFamily="49" charset="0"/>
              </a:rPr>
              <a:t> </a:t>
            </a:r>
            <a:r>
              <a:rPr lang="fr-FR" sz="1600" dirty="0" err="1">
                <a:solidFill>
                  <a:srgbClr val="00B050"/>
                </a:solidFill>
                <a:latin typeface="Menlo" panose="020B0609030804020204" pitchFamily="49" charset="0"/>
              </a:rPr>
              <a:t>really</a:t>
            </a:r>
            <a:r>
              <a:rPr lang="fr-FR" sz="1600" dirty="0">
                <a:solidFill>
                  <a:srgbClr val="00B050"/>
                </a:solidFill>
                <a:latin typeface="Menlo" panose="020B0609030804020204" pitchFamily="49" charset="0"/>
              </a:rPr>
              <a:t> </a:t>
            </a:r>
            <a:r>
              <a:rPr lang="fr-FR" sz="1600" dirty="0" err="1">
                <a:solidFill>
                  <a:srgbClr val="00B050"/>
                </a:solidFill>
                <a:latin typeface="Menlo" panose="020B0609030804020204" pitchFamily="49" charset="0"/>
              </a:rPr>
              <a:t>sense</a:t>
            </a:r>
            <a:r>
              <a:rPr lang="fr-FR" sz="1600" dirty="0">
                <a:solidFill>
                  <a:srgbClr val="00B050"/>
                </a:solidFill>
                <a:latin typeface="Menlo" panose="020B0609030804020204" pitchFamily="49" charset="0"/>
              </a:rPr>
              <a:t>?</a:t>
            </a:r>
            <a:endParaRPr lang="fr-FR" sz="1600" b="0" dirty="0">
              <a:solidFill>
                <a:srgbClr val="00B05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437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Figures – Customisation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58371" name="ZoneTexte 5">
            <a:extLst>
              <a:ext uri="{FF2B5EF4-FFF2-40B4-BE49-F238E27FC236}">
                <a16:creationId xmlns:a16="http://schemas.microsoft.com/office/drawing/2014/main" id="{D62A8895-E46F-B13B-DECD-1244CC344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835" y="2373326"/>
            <a:ext cx="4590530" cy="2111347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fr-FR" sz="16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fr-FR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6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matplotlib.pyplot</a:t>
            </a:r>
            <a:r>
              <a:rPr lang="fr-FR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6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fr-FR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6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plt</a:t>
            </a:r>
            <a:endParaRPr lang="fr-FR" sz="16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fr-FR" sz="16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year</a:t>
            </a:r>
            <a:r>
              <a:rPr lang="fr-FR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[</a:t>
            </a:r>
            <a:r>
              <a:rPr lang="fr-FR" sz="16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1950</a:t>
            </a:r>
            <a:r>
              <a:rPr lang="fr-FR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fr-FR" sz="16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1970</a:t>
            </a:r>
            <a:r>
              <a:rPr lang="fr-FR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fr-FR" sz="16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1990</a:t>
            </a:r>
            <a:r>
              <a:rPr lang="fr-FR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fr-FR" sz="16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2010</a:t>
            </a:r>
            <a:r>
              <a:rPr lang="fr-FR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 </a:t>
            </a:r>
          </a:p>
          <a:p>
            <a:pPr>
              <a:buNone/>
            </a:pPr>
            <a:r>
              <a:rPr lang="fr-FR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pop </a:t>
            </a:r>
            <a:r>
              <a:rPr lang="fr-FR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[</a:t>
            </a:r>
            <a:r>
              <a:rPr lang="fr-FR" sz="16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2.519</a:t>
            </a:r>
            <a:r>
              <a:rPr lang="fr-FR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fr-FR" sz="16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3.692</a:t>
            </a:r>
            <a:r>
              <a:rPr lang="fr-FR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fr-FR" sz="16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5.263</a:t>
            </a:r>
            <a:r>
              <a:rPr lang="fr-FR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fr-FR" sz="16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6.972</a:t>
            </a:r>
            <a:r>
              <a:rPr lang="fr-FR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 </a:t>
            </a:r>
          </a:p>
          <a:p>
            <a:pPr>
              <a:buNone/>
            </a:pPr>
            <a:r>
              <a:rPr lang="fr-FR" sz="16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plt.plot</a:t>
            </a:r>
            <a:r>
              <a:rPr lang="fr-FR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16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year</a:t>
            </a:r>
            <a:r>
              <a:rPr lang="fr-FR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pop)</a:t>
            </a:r>
          </a:p>
          <a:p>
            <a:pPr>
              <a:buNone/>
            </a:pPr>
            <a:r>
              <a:rPr lang="fr-FR" sz="16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plt.xlabel</a:t>
            </a:r>
            <a:r>
              <a:rPr lang="fr-FR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fr-FR" sz="16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year</a:t>
            </a:r>
            <a:r>
              <a:rPr lang="fr-FR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fr-FR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buNone/>
            </a:pPr>
            <a:r>
              <a:rPr lang="fr-FR" sz="16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plt.ylabel</a:t>
            </a:r>
            <a:r>
              <a:rPr lang="fr-FR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"Population"</a:t>
            </a:r>
            <a:r>
              <a:rPr lang="fr-FR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buNone/>
            </a:pPr>
            <a:r>
              <a:rPr lang="fr-FR" sz="16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plt.show</a:t>
            </a:r>
            <a:r>
              <a:rPr lang="fr-FR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()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38</a:t>
            </a:fld>
            <a:endParaRPr lang="fr-FR" alt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BD33845-EF7D-AD07-A4BA-1FF5E0777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35" y="1974399"/>
            <a:ext cx="4022027" cy="3136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1072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Figures – Customisation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58371" name="ZoneTexte 5">
            <a:extLst>
              <a:ext uri="{FF2B5EF4-FFF2-40B4-BE49-F238E27FC236}">
                <a16:creationId xmlns:a16="http://schemas.microsoft.com/office/drawing/2014/main" id="{D62A8895-E46F-B13B-DECD-1244CC344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7935" y="2062148"/>
            <a:ext cx="4590530" cy="2591479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fr-FR" sz="14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fr-F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matplotlib.pyplot</a:t>
            </a:r>
            <a:r>
              <a:rPr lang="fr-F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fr-F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plt</a:t>
            </a:r>
            <a:endParaRPr lang="fr-FR" sz="14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fr-FR" sz="14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year</a:t>
            </a:r>
            <a:r>
              <a:rPr lang="fr-F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[</a:t>
            </a:r>
            <a:r>
              <a:rPr lang="fr-FR" sz="14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1950</a:t>
            </a:r>
            <a:r>
              <a:rPr lang="fr-F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fr-FR" sz="14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1970</a:t>
            </a:r>
            <a:r>
              <a:rPr lang="fr-F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fr-FR" sz="14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1990</a:t>
            </a:r>
            <a:r>
              <a:rPr lang="fr-F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fr-FR" sz="14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2010</a:t>
            </a:r>
            <a:r>
              <a:rPr lang="fr-F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 </a:t>
            </a:r>
          </a:p>
          <a:p>
            <a:pPr>
              <a:buNone/>
            </a:pPr>
            <a:r>
              <a:rPr lang="fr-F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pop </a:t>
            </a:r>
            <a:r>
              <a:rPr lang="fr-FR" sz="14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[</a:t>
            </a:r>
            <a:r>
              <a:rPr lang="fr-FR" sz="14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2.519</a:t>
            </a:r>
            <a:r>
              <a:rPr lang="fr-F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fr-FR" sz="14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3.692</a:t>
            </a:r>
            <a:r>
              <a:rPr lang="fr-F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fr-FR" sz="14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5.263</a:t>
            </a:r>
            <a:r>
              <a:rPr lang="fr-F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fr-FR" sz="14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6.972</a:t>
            </a:r>
            <a:r>
              <a:rPr lang="fr-F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 </a:t>
            </a:r>
          </a:p>
          <a:p>
            <a:pPr>
              <a:buNone/>
            </a:pPr>
            <a:r>
              <a:rPr lang="fr-FR" sz="14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plt.plot</a:t>
            </a:r>
            <a:r>
              <a:rPr lang="fr-F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14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year</a:t>
            </a:r>
            <a:r>
              <a:rPr lang="fr-F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pop)</a:t>
            </a:r>
          </a:p>
          <a:p>
            <a:pPr>
              <a:buNone/>
            </a:pPr>
            <a:r>
              <a:rPr lang="fr-FR" sz="14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plt.xlabel</a:t>
            </a:r>
            <a:r>
              <a:rPr lang="fr-F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14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fr-FR" sz="14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year</a:t>
            </a:r>
            <a:r>
              <a:rPr lang="fr-FR" sz="14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fr-F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buNone/>
            </a:pPr>
            <a:r>
              <a:rPr lang="fr-FR" sz="14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plt.ylabel</a:t>
            </a:r>
            <a:r>
              <a:rPr lang="fr-F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14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"Population"</a:t>
            </a:r>
            <a:r>
              <a:rPr lang="fr-F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buNone/>
            </a:pPr>
            <a:r>
              <a:rPr lang="fr-FR" sz="14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plt.title</a:t>
            </a:r>
            <a:r>
              <a:rPr lang="fr-F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14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fr-FR" sz="14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World</a:t>
            </a:r>
            <a:r>
              <a:rPr lang="fr-FR" sz="14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 population projections"</a:t>
            </a:r>
            <a:r>
              <a:rPr lang="fr-F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buNone/>
            </a:pPr>
            <a:r>
              <a:rPr lang="fr-FR" sz="14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plt.yticks</a:t>
            </a:r>
            <a:r>
              <a:rPr lang="fr-F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([</a:t>
            </a:r>
            <a:r>
              <a:rPr lang="fr-FR" sz="14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fr-F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14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fr-F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14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fr-F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14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6</a:t>
            </a:r>
            <a:r>
              <a:rPr lang="fr-F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],[</a:t>
            </a:r>
            <a:r>
              <a:rPr lang="fr-FR" sz="14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"0"</a:t>
            </a:r>
            <a:r>
              <a:rPr lang="fr-F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14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"2B"</a:t>
            </a:r>
            <a:r>
              <a:rPr lang="fr-F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14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"4B"</a:t>
            </a:r>
            <a:r>
              <a:rPr lang="fr-F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14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"6B"</a:t>
            </a:r>
            <a:r>
              <a:rPr lang="fr-F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])</a:t>
            </a:r>
          </a:p>
          <a:p>
            <a:pPr>
              <a:buNone/>
            </a:pPr>
            <a:r>
              <a:rPr lang="fr-FR" sz="14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plt.show</a:t>
            </a:r>
            <a:r>
              <a:rPr lang="fr-F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()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39</a:t>
            </a:fld>
            <a:endParaRPr lang="fr-FR" alt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7B6F33A-EC11-A3A4-BAEB-BA3DB8422EFE}"/>
              </a:ext>
            </a:extLst>
          </p:cNvPr>
          <p:cNvSpPr txBox="1"/>
          <p:nvPr/>
        </p:nvSpPr>
        <p:spPr>
          <a:xfrm>
            <a:off x="446690" y="5518801"/>
            <a:ext cx="81654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There are tons of customization options ! Your job is to find the proper visualization to answer the question/problem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C5CDBD5-1E07-FBB0-1FA0-38D6860E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897" y="1776823"/>
            <a:ext cx="4171348" cy="3350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3522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52D859-0C50-7F9D-08D8-889E44EA8AC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 b="0" dirty="0">
                <a:latin typeface="Calibri Light" panose="020F0302020204030204" pitchFamily="34" charset="0"/>
                <a:cs typeface="Calibri Light" panose="020F0302020204030204" pitchFamily="34" charset="0"/>
              </a:rPr>
              <a:t>Let’s practice</a:t>
            </a: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020A21A7-612B-6347-D3EE-68C45DD91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2313" y="5315045"/>
            <a:ext cx="1013188" cy="1110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5">
            <a:extLst>
              <a:ext uri="{FF2B5EF4-FFF2-40B4-BE49-F238E27FC236}">
                <a16:creationId xmlns:a16="http://schemas.microsoft.com/office/drawing/2014/main" id="{CE8F8177-7C68-53C8-EB5D-82B3F9976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45830"/>
            <a:ext cx="3818965" cy="923330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0"/>
              </a:spcBef>
            </a:pPr>
            <a:r>
              <a:rPr lang="en-GB" altLang="fr-FR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14-basic_plots.py</a:t>
            </a:r>
          </a:p>
          <a:p>
            <a:pPr marL="285750" indent="-285750">
              <a:spcBef>
                <a:spcPct val="0"/>
              </a:spcBef>
            </a:pPr>
            <a:r>
              <a:rPr lang="en-GB" altLang="fr-FR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15-histogram.py</a:t>
            </a:r>
          </a:p>
          <a:p>
            <a:pPr marL="285750" indent="-285750">
              <a:spcBef>
                <a:spcPct val="0"/>
              </a:spcBef>
            </a:pPr>
            <a:r>
              <a:rPr lang="en-GB" altLang="fr-FR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16-customization.py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6451721-C369-77FF-A86D-964E16756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A72896F-8785-9134-7307-EA24701A4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644B14-5C44-904A-A7D8-F9A5236995E2}" type="slidenum">
              <a:rPr lang="fr-FR" altLang="fr-FR" smtClean="0"/>
              <a:pPr>
                <a:defRPr/>
              </a:pPr>
              <a:t>40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6028697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Data manipulation using dictionary!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41</a:t>
            </a:fld>
            <a:endParaRPr lang="fr-FR" altLang="fr-FR"/>
          </a:p>
        </p:txBody>
      </p:sp>
      <p:sp>
        <p:nvSpPr>
          <p:cNvPr id="5" name="ZoneTexte 5">
            <a:extLst>
              <a:ext uri="{FF2B5EF4-FFF2-40B4-BE49-F238E27FC236}">
                <a16:creationId xmlns:a16="http://schemas.microsoft.com/office/drawing/2014/main" id="{C290D291-E322-C511-A18F-BDD4A08ED1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9" y="1954751"/>
            <a:ext cx="8272463" cy="294849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# list of numbers</a:t>
            </a:r>
            <a:b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b="0" dirty="0">
                <a:effectLst/>
                <a:latin typeface="Menlo" panose="020B0609030804020204" pitchFamily="49" charset="0"/>
              </a:rPr>
              <a:t>pop 		= [30.55, 2.77, 39.21]</a:t>
            </a:r>
          </a:p>
          <a:p>
            <a:pPr>
              <a:buNone/>
            </a:pPr>
            <a:r>
              <a:rPr lang="en-GB" sz="1600" b="0" dirty="0">
                <a:effectLst/>
                <a:latin typeface="Menlo" panose="020B0609030804020204" pitchFamily="49" charset="0"/>
              </a:rPr>
              <a:t>	countries 	= ["</a:t>
            </a:r>
            <a:r>
              <a:rPr lang="en-GB" sz="1600" b="0" dirty="0" err="1">
                <a:effectLst/>
                <a:latin typeface="Menlo" panose="020B0609030804020204" pitchFamily="49" charset="0"/>
              </a:rPr>
              <a:t>afghanistan</a:t>
            </a:r>
            <a:r>
              <a:rPr lang="en-GB" sz="1600" b="0" dirty="0">
                <a:effectLst/>
                <a:latin typeface="Menlo" panose="020B0609030804020204" pitchFamily="49" charset="0"/>
              </a:rPr>
              <a:t>", "</a:t>
            </a:r>
            <a:r>
              <a:rPr lang="en-GB" sz="1600" b="0" dirty="0" err="1">
                <a:effectLst/>
                <a:latin typeface="Menlo" panose="020B0609030804020204" pitchFamily="49" charset="0"/>
              </a:rPr>
              <a:t>albania</a:t>
            </a:r>
            <a:r>
              <a:rPr lang="en-GB" sz="1600" b="0" dirty="0">
                <a:effectLst/>
                <a:latin typeface="Menlo" panose="020B0609030804020204" pitchFamily="49" charset="0"/>
              </a:rPr>
              <a:t>", "</a:t>
            </a:r>
            <a:r>
              <a:rPr lang="en-GB" sz="1600" b="0" dirty="0" err="1">
                <a:effectLst/>
                <a:latin typeface="Menlo" panose="020B0609030804020204" pitchFamily="49" charset="0"/>
              </a:rPr>
              <a:t>algeria</a:t>
            </a:r>
            <a:r>
              <a:rPr lang="en-GB" sz="1600" b="0" dirty="0">
                <a:effectLst/>
                <a:latin typeface="Menlo" panose="020B0609030804020204" pitchFamily="49" charset="0"/>
              </a:rPr>
              <a:t>"]</a:t>
            </a:r>
          </a:p>
          <a:p>
            <a:pPr>
              <a:buNone/>
            </a:pPr>
            <a:endParaRPr lang="en-GB" sz="1600" b="0" dirty="0"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</a:rPr>
              <a:t>	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</a:rPr>
              <a:t># list of countries</a:t>
            </a:r>
            <a:endParaRPr lang="en-GB" sz="1600" b="0" dirty="0">
              <a:solidFill>
                <a:srgbClr val="00B05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GB" sz="1600" b="0" dirty="0">
                <a:effectLst/>
                <a:latin typeface="Menlo" panose="020B0609030804020204" pitchFamily="49" charset="0"/>
              </a:rPr>
              <a:t>	</a:t>
            </a:r>
            <a:r>
              <a:rPr lang="en-GB" sz="1600" b="0" dirty="0" err="1">
                <a:effectLst/>
                <a:latin typeface="Menlo" panose="020B0609030804020204" pitchFamily="49" charset="0"/>
              </a:rPr>
              <a:t>ind_alb</a:t>
            </a:r>
            <a:r>
              <a:rPr lang="en-GB" sz="1600" b="0" dirty="0">
                <a:effectLst/>
                <a:latin typeface="Menlo" panose="020B0609030804020204" pitchFamily="49" charset="0"/>
              </a:rPr>
              <a:t> 	= </a:t>
            </a:r>
            <a:r>
              <a:rPr lang="en-GB" sz="1600" b="0" dirty="0" err="1">
                <a:effectLst/>
                <a:latin typeface="Menlo" panose="020B0609030804020204" pitchFamily="49" charset="0"/>
              </a:rPr>
              <a:t>countries.index</a:t>
            </a:r>
            <a:r>
              <a:rPr lang="en-GB" sz="1600" b="0" dirty="0">
                <a:effectLst/>
                <a:latin typeface="Menlo" panose="020B0609030804020204" pitchFamily="49" charset="0"/>
              </a:rPr>
              <a:t>("</a:t>
            </a:r>
            <a:r>
              <a:rPr lang="en-GB" sz="1600" b="0" dirty="0" err="1">
                <a:effectLst/>
                <a:latin typeface="Menlo" panose="020B0609030804020204" pitchFamily="49" charset="0"/>
              </a:rPr>
              <a:t>albania</a:t>
            </a:r>
            <a:r>
              <a:rPr lang="en-GB" sz="1600" b="0" dirty="0">
                <a:effectLst/>
                <a:latin typeface="Menlo" panose="020B0609030804020204" pitchFamily="49" charset="0"/>
              </a:rPr>
              <a:t>")</a:t>
            </a:r>
          </a:p>
          <a:p>
            <a:pPr>
              <a:buNone/>
            </a:pPr>
            <a:r>
              <a:rPr lang="en-GB" sz="1600" b="0" dirty="0">
                <a:effectLst/>
                <a:latin typeface="Menlo" panose="020B0609030804020204" pitchFamily="49" charset="0"/>
              </a:rPr>
              <a:t>	print(</a:t>
            </a:r>
            <a:r>
              <a:rPr lang="en-GB" sz="1600" b="0" dirty="0" err="1">
                <a:effectLst/>
                <a:latin typeface="Menlo" panose="020B0609030804020204" pitchFamily="49" charset="0"/>
              </a:rPr>
              <a:t>ind_alb</a:t>
            </a:r>
            <a:r>
              <a:rPr lang="en-GB" sz="16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buNone/>
            </a:pPr>
            <a:r>
              <a:rPr lang="en-GB" sz="1600" b="0" dirty="0">
                <a:effectLst/>
                <a:latin typeface="Menlo" panose="020B0609030804020204" pitchFamily="49" charset="0"/>
              </a:rPr>
              <a:t>	print(pop[</a:t>
            </a:r>
            <a:r>
              <a:rPr lang="en-GB" sz="1600" b="0" dirty="0" err="1">
                <a:effectLst/>
                <a:latin typeface="Menlo" panose="020B0609030804020204" pitchFamily="49" charset="0"/>
              </a:rPr>
              <a:t>ind_alb</a:t>
            </a:r>
            <a:r>
              <a:rPr lang="en-GB" sz="1600" b="0" dirty="0">
                <a:effectLst/>
                <a:latin typeface="Menlo" panose="020B0609030804020204" pitchFamily="49" charset="0"/>
              </a:rPr>
              <a:t>])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</a:rPr>
              <a:t>	&gt;&gt;&gt; 1</a:t>
            </a:r>
          </a:p>
          <a:p>
            <a:pPr>
              <a:buNone/>
            </a:pPr>
            <a:r>
              <a:rPr lang="en-GB" sz="1600" b="0" dirty="0">
                <a:effectLst/>
                <a:latin typeface="Menlo" panose="020B0609030804020204" pitchFamily="49" charset="0"/>
              </a:rPr>
              <a:t>	&gt;&gt;&gt; 2.77 </a:t>
            </a:r>
            <a:r>
              <a:rPr lang="en-GB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# Not really handy</a:t>
            </a:r>
          </a:p>
        </p:txBody>
      </p:sp>
    </p:spTree>
    <p:extLst>
      <p:ext uri="{BB962C8B-B14F-4D97-AF65-F5344CB8AC3E}">
        <p14:creationId xmlns:p14="http://schemas.microsoft.com/office/powerpoint/2010/main" val="10106411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Data manipulation using dictionary!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42</a:t>
            </a:fld>
            <a:endParaRPr lang="fr-FR" altLang="fr-FR"/>
          </a:p>
        </p:txBody>
      </p:sp>
      <p:sp>
        <p:nvSpPr>
          <p:cNvPr id="5" name="ZoneTexte 5">
            <a:extLst>
              <a:ext uri="{FF2B5EF4-FFF2-40B4-BE49-F238E27FC236}">
                <a16:creationId xmlns:a16="http://schemas.microsoft.com/office/drawing/2014/main" id="{C290D291-E322-C511-A18F-BDD4A08ED1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9" y="1917817"/>
            <a:ext cx="8272463" cy="3022366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lists</a:t>
            </a:r>
            <a:b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pop 		= [30.55, 2.77, 39.21]</a:t>
            </a:r>
          </a:p>
          <a:p>
            <a:pPr>
              <a:buNone/>
            </a:pPr>
            <a:r>
              <a:rPr lang="en-GB" sz="1600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countries 	= ["</a:t>
            </a:r>
            <a:r>
              <a:rPr lang="en-GB" sz="1600" b="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afghanistan</a:t>
            </a:r>
            <a:r>
              <a:rPr lang="en-GB" sz="1600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", "</a:t>
            </a:r>
            <a:r>
              <a:rPr lang="en-GB" sz="1600" b="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albania</a:t>
            </a:r>
            <a:r>
              <a:rPr lang="en-GB" sz="1600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", "</a:t>
            </a:r>
            <a:r>
              <a:rPr lang="en-GB" sz="1600" b="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algeria</a:t>
            </a:r>
            <a:r>
              <a:rPr lang="en-GB" sz="1600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"]</a:t>
            </a:r>
          </a:p>
          <a:p>
            <a:pPr>
              <a:buNone/>
            </a:pPr>
            <a:endParaRPr lang="en-GB" sz="1600" dirty="0">
              <a:solidFill>
                <a:srgbClr val="00B05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world = {"</a:t>
            </a:r>
            <a:r>
              <a:rPr lang="en-GB" sz="1600" b="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afghanistan</a:t>
            </a:r>
            <a:r>
              <a:rPr lang="en-GB" sz="1600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 : 30.55, 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	</a:t>
            </a:r>
            <a:r>
              <a:rPr lang="en-GB" sz="1600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</a:t>
            </a:r>
            <a:r>
              <a:rPr lang="en-GB" sz="1600" b="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albania</a:t>
            </a:r>
            <a:r>
              <a:rPr lang="en-GB" sz="1600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 :2.77 , 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	</a:t>
            </a:r>
            <a:r>
              <a:rPr lang="en-GB" sz="1600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"algeria":39.21} </a:t>
            </a:r>
            <a:r>
              <a:rPr lang="en-GB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key and a value =&gt; dictionary</a:t>
            </a:r>
          </a:p>
          <a:p>
            <a:pPr>
              <a:buNone/>
            </a:pPr>
            <a:endParaRPr lang="en-GB" sz="1600" dirty="0">
              <a:solidFill>
                <a:srgbClr val="00B05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world[</a:t>
            </a:r>
            <a:r>
              <a:rPr lang="en-GB" sz="1600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</a:t>
            </a:r>
            <a:r>
              <a:rPr lang="en-GB" sz="16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albania</a:t>
            </a:r>
            <a:r>
              <a:rPr lang="en-GB" sz="1600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</a:t>
            </a: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 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2.77</a:t>
            </a:r>
            <a:endParaRPr lang="en-GB" sz="1600" dirty="0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43295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Data manipulation using dictionary!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43</a:t>
            </a:fld>
            <a:endParaRPr lang="fr-FR" altLang="fr-FR"/>
          </a:p>
        </p:txBody>
      </p:sp>
      <p:sp>
        <p:nvSpPr>
          <p:cNvPr id="5" name="ZoneTexte 5">
            <a:extLst>
              <a:ext uri="{FF2B5EF4-FFF2-40B4-BE49-F238E27FC236}">
                <a16:creationId xmlns:a16="http://schemas.microsoft.com/office/drawing/2014/main" id="{C290D291-E322-C511-A18F-BDD4A08ED1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9" y="1511552"/>
            <a:ext cx="8272463" cy="3834896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add value</a:t>
            </a:r>
          </a:p>
          <a:p>
            <a:pPr>
              <a:buNone/>
            </a:pPr>
            <a:r>
              <a:rPr lang="en-GB" sz="1600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world = {"</a:t>
            </a:r>
            <a:r>
              <a:rPr lang="en-GB" sz="1600" b="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afghanistan</a:t>
            </a:r>
            <a:r>
              <a:rPr lang="en-GB" sz="1600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 : 30.55, 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	</a:t>
            </a:r>
            <a:r>
              <a:rPr lang="en-GB" sz="1600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</a:t>
            </a:r>
            <a:r>
              <a:rPr lang="en-GB" sz="1600" b="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albania</a:t>
            </a:r>
            <a:r>
              <a:rPr lang="en-GB" sz="1600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 :2.77 , 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	</a:t>
            </a:r>
            <a:r>
              <a:rPr lang="en-GB" sz="1600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"algeria":39.21}</a:t>
            </a:r>
          </a:p>
          <a:p>
            <a:pPr>
              <a:buNone/>
            </a:pPr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world['</a:t>
            </a:r>
            <a:r>
              <a:rPr lang="fr-FR" sz="16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sealand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'] = 0.000027 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fr-FR" sz="1600" dirty="0" err="1">
                <a:solidFill>
                  <a:srgbClr val="00009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(world)</a:t>
            </a:r>
            <a:endParaRPr lang="fr-FR" sz="1600" dirty="0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{'afghanistan': 30.55, 'albania': 2.77, 'algeria': 39.21, 'sealand': 2.7e-05}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fr-FR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Check a key within the dict</a:t>
            </a:r>
          </a:p>
          <a:p>
            <a:pPr>
              <a:buNone/>
            </a:pP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"</a:t>
            </a:r>
            <a:r>
              <a:rPr lang="fr-FR" sz="16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sealand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 in world 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</a:t>
            </a:r>
            <a:r>
              <a:rPr lang="fr-FR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endParaRPr lang="fr-FR" sz="1600" dirty="0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9679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Data manipulation using dictionary!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44</a:t>
            </a:fld>
            <a:endParaRPr lang="fr-FR" altLang="fr-FR"/>
          </a:p>
        </p:txBody>
      </p:sp>
      <p:sp>
        <p:nvSpPr>
          <p:cNvPr id="5" name="ZoneTexte 5">
            <a:extLst>
              <a:ext uri="{FF2B5EF4-FFF2-40B4-BE49-F238E27FC236}">
                <a16:creationId xmlns:a16="http://schemas.microsoft.com/office/drawing/2014/main" id="{C290D291-E322-C511-A18F-BDD4A08ED1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9" y="1954751"/>
            <a:ext cx="8272463" cy="294849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change a value</a:t>
            </a:r>
            <a:endParaRPr lang="en-GB" sz="1600" dirty="0">
              <a:solidFill>
                <a:srgbClr val="00B05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world['</a:t>
            </a:r>
            <a:r>
              <a:rPr lang="en-GB" sz="16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sealand</a:t>
            </a: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'] = 0.000028 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>
                <a:solidFill>
                  <a:srgbClr val="00009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(world)</a:t>
            </a:r>
            <a:endParaRPr lang="en-GB" sz="1600" dirty="0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{'afghanistan': 30.55, 'albania': 2.77, 'algeria': 39.21, 'sealand': 2.8e-05}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delete an entry</a:t>
            </a:r>
          </a:p>
          <a:p>
            <a:pPr>
              <a:buNone/>
            </a:pP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>
                <a:solidFill>
                  <a:srgbClr val="00009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del</a:t>
            </a: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world['</a:t>
            </a:r>
            <a:r>
              <a:rPr lang="en-GB" sz="16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sealand</a:t>
            </a: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']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>
                <a:solidFill>
                  <a:srgbClr val="00009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(world)</a:t>
            </a:r>
            <a:endParaRPr lang="en-GB" sz="1600" dirty="0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{'afghanistan': 30.55, 'albania': 2.77, 'algeria': 39.21}</a:t>
            </a:r>
          </a:p>
        </p:txBody>
      </p:sp>
    </p:spTree>
    <p:extLst>
      <p:ext uri="{BB962C8B-B14F-4D97-AF65-F5344CB8AC3E}">
        <p14:creationId xmlns:p14="http://schemas.microsoft.com/office/powerpoint/2010/main" val="6098298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Pandas </a:t>
            </a:r>
            <a:r>
              <a:rPr lang="en-GB" altLang="fr-FR" sz="2800" dirty="0" err="1">
                <a:solidFill>
                  <a:srgbClr val="000090"/>
                </a:solidFill>
                <a:latin typeface="Calibri Light" panose="020F0302020204030204" pitchFamily="34" charset="0"/>
              </a:rPr>
              <a:t>DataFrame</a:t>
            </a: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?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45</a:t>
            </a:fld>
            <a:endParaRPr lang="fr-FR" altLang="fr-FR"/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CBF741A2-9CD7-CD0A-1A5D-7026DA007E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84192"/>
              </p:ext>
            </p:extLst>
          </p:nvPr>
        </p:nvGraphicFramePr>
        <p:xfrm>
          <a:off x="488156" y="1343540"/>
          <a:ext cx="8229600" cy="256032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152083919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06129296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71366907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9923625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b="0" i="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Country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b="0" i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Capital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b="0" i="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Area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b="0" i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Population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551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b="0" i="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Brazil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b="0" i="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Brasilia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b="0" i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8.516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b="0" i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200.4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205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b="0" i="0" dirty="0" err="1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Russia</a:t>
                      </a:r>
                      <a:endParaRPr lang="fr-FR" b="0" i="0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b="0" i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Moscow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b="0" i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17.10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b="0" i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143.5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349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b="0" i="0" dirty="0" err="1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India</a:t>
                      </a:r>
                      <a:endParaRPr lang="fr-FR" b="0" i="0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b="0" i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New Delhi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b="0" i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3.286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b="0" i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1252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596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b="0" i="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China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b="0" i="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Beijing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b="0" i="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9.597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b="0" i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1357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856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b="0" i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South Africa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b="0" i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Pretoria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b="0" i="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1.221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b="0" i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52.98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740160"/>
                  </a:ext>
                </a:extLst>
              </a:tr>
            </a:tbl>
          </a:graphicData>
        </a:graphic>
      </p:graphicFrame>
      <p:sp>
        <p:nvSpPr>
          <p:cNvPr id="11" name="ZoneTexte 10">
            <a:extLst>
              <a:ext uri="{FF2B5EF4-FFF2-40B4-BE49-F238E27FC236}">
                <a16:creationId xmlns:a16="http://schemas.microsoft.com/office/drawing/2014/main" id="{5F30E4B0-81E9-3CAC-182D-A4A57FA2A5C5}"/>
              </a:ext>
            </a:extLst>
          </p:cNvPr>
          <p:cNvSpPr txBox="1"/>
          <p:nvPr/>
        </p:nvSpPr>
        <p:spPr>
          <a:xfrm>
            <a:off x="446690" y="4350067"/>
            <a:ext cx="816549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 Light" panose="020F0302020204030204" pitchFamily="34" charset="0"/>
                <a:ea typeface="Menlo" panose="020B0609030804020204" pitchFamily="49" charset="0"/>
                <a:cs typeface="Calibri Light" panose="020F0302020204030204" pitchFamily="34" charset="0"/>
              </a:rPr>
              <a:t>Tabular </a:t>
            </a:r>
            <a:r>
              <a:rPr lang="en-GB" dirty="0" err="1">
                <a:latin typeface="Calibri Light" panose="020F0302020204030204" pitchFamily="34" charset="0"/>
                <a:ea typeface="Menlo" panose="020B0609030804020204" pitchFamily="49" charset="0"/>
                <a:cs typeface="Calibri Light" panose="020F0302020204030204" pitchFamily="34" charset="0"/>
              </a:rPr>
              <a:t>DataFrame</a:t>
            </a:r>
            <a:r>
              <a:rPr lang="en-GB" dirty="0">
                <a:latin typeface="Calibri Light" panose="020F0302020204030204" pitchFamily="34" charset="0"/>
                <a:ea typeface="Menlo" panose="020B0609030804020204" pitchFamily="49" charset="0"/>
                <a:cs typeface="Calibri Light" panose="020F0302020204030204" pitchFamily="34" charset="0"/>
              </a:rPr>
              <a:t> =&gt; </a:t>
            </a:r>
            <a:r>
              <a:rPr lang="en-GB" dirty="0">
                <a:solidFill>
                  <a:srgbClr val="00B050"/>
                </a:solidFill>
                <a:latin typeface="Calibri Light" panose="020F0302020204030204" pitchFamily="34" charset="0"/>
                <a:ea typeface="Menlo" panose="020B0609030804020204" pitchFamily="49" charset="0"/>
                <a:cs typeface="Calibri Light" panose="020F0302020204030204" pitchFamily="34" charset="0"/>
              </a:rPr>
              <a:t>Rows</a:t>
            </a:r>
            <a:r>
              <a:rPr lang="en-GB" dirty="0">
                <a:latin typeface="Calibri Light" panose="020F0302020204030204" pitchFamily="34" charset="0"/>
                <a:ea typeface="Menlo" panose="020B0609030804020204" pitchFamily="49" charset="0"/>
                <a:cs typeface="Calibri Light" panose="020F0302020204030204" pitchFamily="34" charset="0"/>
              </a:rPr>
              <a:t> are observations, </a:t>
            </a:r>
            <a:r>
              <a:rPr lang="en-GB" dirty="0">
                <a:solidFill>
                  <a:srgbClr val="FF0000"/>
                </a:solidFill>
                <a:latin typeface="Calibri Light" panose="020F0302020204030204" pitchFamily="34" charset="0"/>
                <a:ea typeface="Menlo" panose="020B0609030804020204" pitchFamily="49" charset="0"/>
                <a:cs typeface="Calibri Light" panose="020F0302020204030204" pitchFamily="34" charset="0"/>
              </a:rPr>
              <a:t>columns</a:t>
            </a:r>
            <a:r>
              <a:rPr lang="en-GB" dirty="0">
                <a:latin typeface="Calibri Light" panose="020F0302020204030204" pitchFamily="34" charset="0"/>
                <a:ea typeface="Menlo" panose="020B0609030804020204" pitchFamily="49" charset="0"/>
                <a:cs typeface="Calibri Light" panose="020F0302020204030204" pitchFamily="34" charset="0"/>
              </a:rPr>
              <a:t> are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 Light" panose="020F0302020204030204" pitchFamily="34" charset="0"/>
                <a:ea typeface="Menlo" panose="020B0609030804020204" pitchFamily="49" charset="0"/>
                <a:cs typeface="Calibri Light" panose="020F0302020204030204" pitchFamily="34" charset="0"/>
              </a:rPr>
              <a:t>Mix different variable types (str, float etc)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 Light" panose="020F0302020204030204" pitchFamily="34" charset="0"/>
                <a:ea typeface="Menlo" panose="020B0609030804020204" pitchFamily="49" charset="0"/>
                <a:cs typeface="Calibri Light" panose="020F0302020204030204" pitchFamily="34" charset="0"/>
              </a:rPr>
              <a:t>Built on </a:t>
            </a:r>
            <a:r>
              <a:rPr lang="en-GB" dirty="0" err="1">
                <a:latin typeface="Calibri Light" panose="020F0302020204030204" pitchFamily="34" charset="0"/>
                <a:ea typeface="Menlo" panose="020B0609030804020204" pitchFamily="49" charset="0"/>
                <a:cs typeface="Calibri Light" panose="020F0302020204030204" pitchFamily="34" charset="0"/>
              </a:rPr>
              <a:t>Numpy</a:t>
            </a:r>
            <a:r>
              <a:rPr lang="en-GB" dirty="0">
                <a:latin typeface="Calibri Light" panose="020F0302020204030204" pitchFamily="34" charset="0"/>
                <a:ea typeface="Menlo" panose="020B0609030804020204" pitchFamily="49" charset="0"/>
                <a:cs typeface="Calibri Light" panose="020F0302020204030204" pitchFamily="34" charset="0"/>
              </a:rPr>
              <a:t> (remember 2D-Numpy)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 Light" panose="020F0302020204030204" pitchFamily="34" charset="0"/>
                <a:ea typeface="Menlo" panose="020B0609030804020204" pitchFamily="49" charset="0"/>
                <a:cs typeface="Calibri Light" panose="020F0302020204030204" pitchFamily="34" charset="0"/>
              </a:rPr>
              <a:t>Great for data manipulation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 Light" panose="020F0302020204030204" pitchFamily="34" charset="0"/>
                <a:ea typeface="Menlo" panose="020B0609030804020204" pitchFamily="49" charset="0"/>
                <a:cs typeface="Calibri Light" panose="020F0302020204030204" pitchFamily="34" charset="0"/>
              </a:rPr>
              <a:t>Can be created from CSV, dictionary, etc.</a:t>
            </a:r>
          </a:p>
        </p:txBody>
      </p:sp>
    </p:spTree>
    <p:extLst>
      <p:ext uri="{BB962C8B-B14F-4D97-AF65-F5344CB8AC3E}">
        <p14:creationId xmlns:p14="http://schemas.microsoft.com/office/powerpoint/2010/main" val="15415957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Pandas </a:t>
            </a:r>
            <a:r>
              <a:rPr lang="en-GB" altLang="fr-FR" sz="2800" dirty="0" err="1">
                <a:solidFill>
                  <a:srgbClr val="000090"/>
                </a:solidFill>
                <a:latin typeface="Calibri Light" panose="020F0302020204030204" pitchFamily="34" charset="0"/>
              </a:rPr>
              <a:t>DataFrame</a:t>
            </a: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?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46</a:t>
            </a:fld>
            <a:endParaRPr lang="fr-FR" altLang="fr-FR"/>
          </a:p>
        </p:txBody>
      </p:sp>
      <p:sp>
        <p:nvSpPr>
          <p:cNvPr id="4" name="ZoneTexte 5">
            <a:extLst>
              <a:ext uri="{FF2B5EF4-FFF2-40B4-BE49-F238E27FC236}">
                <a16:creationId xmlns:a16="http://schemas.microsoft.com/office/drawing/2014/main" id="{41A68234-9163-CF45-D35B-D24F41C0A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9" y="1954751"/>
            <a:ext cx="8272463" cy="339169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</a:t>
            </a:r>
            <a:r>
              <a:rPr lang="en-GB" sz="1600" dirty="0" err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DataFrame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from csv</a:t>
            </a:r>
          </a:p>
          <a:p>
            <a:pPr>
              <a:buNone/>
            </a:pPr>
            <a:r>
              <a:rPr lang="en-GB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b="0" dirty="0">
                <a:solidFill>
                  <a:srgbClr val="C0000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pandas as pd</a:t>
            </a:r>
          </a:p>
          <a:p>
            <a:pPr>
              <a:buNone/>
            </a:pPr>
            <a:r>
              <a:rPr lang="en-GB" sz="16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 err="1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brics</a:t>
            </a:r>
            <a:r>
              <a:rPr lang="en-GB" sz="16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GB" sz="1600" dirty="0" err="1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pd.read_csv</a:t>
            </a:r>
            <a:r>
              <a:rPr lang="en-GB" sz="16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"/path/</a:t>
            </a:r>
            <a:r>
              <a:rPr lang="en-GB" sz="16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brics.csv</a:t>
            </a: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</a:t>
            </a:r>
            <a:r>
              <a:rPr lang="en-GB" sz="16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  <a:endParaRPr lang="en-GB" sz="1600" b="0" dirty="0">
              <a:solidFill>
                <a:srgbClr val="C00000"/>
              </a:solidFill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</a:t>
            </a:r>
            <a:r>
              <a:rPr lang="en-GB" sz="1600" dirty="0" err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DataFrame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from </a:t>
            </a:r>
            <a:r>
              <a:rPr lang="en-GB" sz="1600" dirty="0" err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dict</a:t>
            </a:r>
            <a:endParaRPr lang="en-GB" sz="1600" dirty="0">
              <a:solidFill>
                <a:srgbClr val="00B05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data = {</a:t>
            </a:r>
          </a:p>
          <a:p>
            <a:pPr>
              <a:buNone/>
            </a:pP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    "country": ["Brazil", "Russia", "India",</a:t>
            </a:r>
          </a:p>
          <a:p>
            <a:pPr>
              <a:buNone/>
            </a:pP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                "China", "South Africa"],</a:t>
            </a:r>
          </a:p>
          <a:p>
            <a:pPr>
              <a:buNone/>
            </a:pP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    "capital": ["Brasilia", "Moscow", "New Delhi",</a:t>
            </a:r>
          </a:p>
          <a:p>
            <a:pPr>
              <a:buNone/>
            </a:pP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                "Beijing", "Pretoria"],</a:t>
            </a:r>
          </a:p>
          <a:p>
            <a:pPr>
              <a:buNone/>
            </a:pP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    "area": [8.516, 17.10, 3.286, 9.597, 1.221],</a:t>
            </a:r>
          </a:p>
          <a:p>
            <a:pPr>
              <a:buNone/>
            </a:pP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    "population": [200.4, 143.5, 1252, 1357, 52.98]</a:t>
            </a:r>
          </a:p>
          <a:p>
            <a:pPr>
              <a:buNone/>
            </a:pP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}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fr-FR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brics</a:t>
            </a: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fr-FR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pd.DataFrame</a:t>
            </a: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(data)</a:t>
            </a:r>
            <a:endParaRPr lang="en-GB" sz="1600" dirty="0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5673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Access data with Pandas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47</a:t>
            </a:fld>
            <a:endParaRPr lang="fr-FR" altLang="fr-FR"/>
          </a:p>
        </p:txBody>
      </p:sp>
      <p:sp>
        <p:nvSpPr>
          <p:cNvPr id="5" name="ZoneTexte 5">
            <a:extLst>
              <a:ext uri="{FF2B5EF4-FFF2-40B4-BE49-F238E27FC236}">
                <a16:creationId xmlns:a16="http://schemas.microsoft.com/office/drawing/2014/main" id="{DF26457F-6090-EDF4-BD2C-0E6DC7F63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9" y="1348431"/>
            <a:ext cx="8272463" cy="3884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/>
            <a:r>
              <a:rPr lang="en-GB" sz="18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2 methods:</a:t>
            </a:r>
            <a:br>
              <a:rPr lang="en-GB" sz="18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sz="18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	Square brackets </a:t>
            </a:r>
          </a:p>
          <a:p>
            <a:pPr>
              <a:buNone/>
            </a:pPr>
            <a:r>
              <a:rPr lang="en-GB" sz="18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	Advanced methods: </a:t>
            </a:r>
            <a:r>
              <a:rPr lang="en-GB" sz="1800" dirty="0" err="1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loc</a:t>
            </a:r>
            <a:r>
              <a:rPr lang="en-GB" sz="18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&amp; </a:t>
            </a:r>
            <a:r>
              <a:rPr lang="en-GB" sz="1800" dirty="0" err="1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iloc</a:t>
            </a:r>
            <a:r>
              <a:rPr lang="en-GB" sz="18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  <a:p>
            <a:pPr>
              <a:buNone/>
            </a:pPr>
            <a:b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fr-FR" sz="1600" b="0" dirty="0" err="1">
                <a:effectLst/>
                <a:latin typeface="Menlo" panose="020B0609030804020204" pitchFamily="49" charset="0"/>
              </a:rPr>
              <a:t>brics</a:t>
            </a:r>
            <a:r>
              <a:rPr lang="fr-FR" sz="1600" b="0" dirty="0">
                <a:effectLst/>
                <a:latin typeface="Menlo" panose="020B0609030804020204" pitchFamily="49" charset="0"/>
              </a:rPr>
              <a:t>["country"]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</a:rPr>
              <a:t>	&gt;&gt;&gt; </a:t>
            </a:r>
            <a:r>
              <a:rPr lang="fr-FR" sz="1600" b="0" i="0" dirty="0">
                <a:effectLst/>
                <a:latin typeface="Menlo" panose="020B0609030804020204" pitchFamily="49" charset="0"/>
              </a:rPr>
              <a:t>0 Brazil 1 </a:t>
            </a:r>
            <a:r>
              <a:rPr lang="fr-FR" sz="1600" b="0" i="0" dirty="0" err="1">
                <a:effectLst/>
                <a:latin typeface="Menlo" panose="020B0609030804020204" pitchFamily="49" charset="0"/>
              </a:rPr>
              <a:t>Russia</a:t>
            </a:r>
            <a:r>
              <a:rPr lang="fr-FR" sz="1600" b="0" i="0" dirty="0">
                <a:effectLst/>
                <a:latin typeface="Menlo" panose="020B0609030804020204" pitchFamily="49" charset="0"/>
              </a:rPr>
              <a:t> 2 </a:t>
            </a:r>
            <a:r>
              <a:rPr lang="fr-FR" sz="1600" b="0" i="0" dirty="0" err="1">
                <a:effectLst/>
                <a:latin typeface="Menlo" panose="020B0609030804020204" pitchFamily="49" charset="0"/>
              </a:rPr>
              <a:t>India</a:t>
            </a:r>
            <a:r>
              <a:rPr lang="fr-FR" sz="1600" b="0" i="0" dirty="0">
                <a:effectLst/>
                <a:latin typeface="Menlo" panose="020B0609030804020204" pitchFamily="49" charset="0"/>
              </a:rPr>
              <a:t> 3 China 4 South </a:t>
            </a:r>
            <a:r>
              <a:rPr lang="fr-FR" sz="1600" b="0" i="0" dirty="0" err="1">
                <a:effectLst/>
                <a:latin typeface="Menlo" panose="020B0609030804020204" pitchFamily="49" charset="0"/>
              </a:rPr>
              <a:t>Africa</a:t>
            </a:r>
            <a:endParaRPr lang="fr-FR" sz="1600" b="0" i="0" dirty="0">
              <a:effectLst/>
              <a:latin typeface="Menlo" panose="020B0609030804020204" pitchFamily="49" charset="0"/>
            </a:endParaRPr>
          </a:p>
          <a:p>
            <a:pPr>
              <a:buNone/>
            </a:pPr>
            <a:endParaRPr lang="fr-FR" sz="1600" dirty="0">
              <a:latin typeface="Menlo" panose="020B0609030804020204" pitchFamily="49" charset="0"/>
            </a:endParaRPr>
          </a:p>
          <a:p>
            <a:pPr>
              <a:buNone/>
            </a:pPr>
            <a:r>
              <a:rPr lang="fr-FR" sz="1600" b="0" dirty="0">
                <a:effectLst/>
                <a:latin typeface="Menlo" panose="020B0609030804020204" pitchFamily="49" charset="0"/>
              </a:rPr>
              <a:t>	</a:t>
            </a:r>
            <a:r>
              <a:rPr lang="fr-FR" sz="1600" b="0" dirty="0">
                <a:solidFill>
                  <a:srgbClr val="000090"/>
                </a:solidFill>
                <a:effectLst/>
                <a:latin typeface="Menlo" panose="020B0609030804020204" pitchFamily="49" charset="0"/>
              </a:rPr>
              <a:t>type</a:t>
            </a:r>
            <a:r>
              <a:rPr lang="fr-FR" sz="16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1600" b="0" dirty="0" err="1">
                <a:effectLst/>
                <a:latin typeface="Menlo" panose="020B0609030804020204" pitchFamily="49" charset="0"/>
              </a:rPr>
              <a:t>brics</a:t>
            </a:r>
            <a:r>
              <a:rPr lang="fr-FR" sz="1600" b="0" dirty="0">
                <a:effectLst/>
                <a:latin typeface="Menlo" panose="020B0609030804020204" pitchFamily="49" charset="0"/>
              </a:rPr>
              <a:t>["country"])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</a:rPr>
              <a:t>	&gt;&gt;&gt; </a:t>
            </a:r>
            <a:r>
              <a:rPr lang="fr-FR" sz="1600" b="0" i="0" dirty="0" err="1">
                <a:effectLst/>
                <a:latin typeface="Menlo" panose="020B0609030804020204" pitchFamily="49" charset="0"/>
              </a:rPr>
              <a:t>pandas.Series</a:t>
            </a:r>
            <a:endParaRPr lang="fr-FR" sz="1600" b="0" i="0" dirty="0"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</a:rPr>
              <a:t>	</a:t>
            </a:r>
          </a:p>
          <a:p>
            <a:pPr>
              <a:buNone/>
            </a:pPr>
            <a:r>
              <a:rPr lang="fr-FR" sz="1600" b="0" dirty="0">
                <a:effectLst/>
                <a:latin typeface="Menlo" panose="020B0609030804020204" pitchFamily="49" charset="0"/>
              </a:rPr>
              <a:t>	</a:t>
            </a:r>
            <a:r>
              <a:rPr lang="fr-FR" sz="1600" b="0" dirty="0">
                <a:solidFill>
                  <a:srgbClr val="000090"/>
                </a:solidFill>
                <a:effectLst/>
                <a:latin typeface="Menlo" panose="020B0609030804020204" pitchFamily="49" charset="0"/>
              </a:rPr>
              <a:t>type</a:t>
            </a:r>
            <a:r>
              <a:rPr lang="fr-FR" sz="16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1600" b="0" dirty="0" err="1">
                <a:effectLst/>
                <a:latin typeface="Menlo" panose="020B0609030804020204" pitchFamily="49" charset="0"/>
              </a:rPr>
              <a:t>brics</a:t>
            </a:r>
            <a:r>
              <a:rPr lang="fr-FR" sz="16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</a:rPr>
              <a:t>	&gt;&gt;&gt; </a:t>
            </a:r>
            <a:r>
              <a:rPr lang="fr-FR" sz="1600" b="0" i="0" dirty="0" err="1">
                <a:effectLst/>
                <a:latin typeface="Menlo" panose="020B0609030804020204" pitchFamily="49" charset="0"/>
              </a:rPr>
              <a:t>pandas.DataFrame</a:t>
            </a:r>
            <a:endParaRPr lang="fr-FR" sz="1600" b="0" i="0" dirty="0"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</a:rPr>
              <a:t>	</a:t>
            </a:r>
            <a:endParaRPr lang="fr-FR" sz="1600" b="0" dirty="0"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4240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Access data with Pandas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48</a:t>
            </a:fld>
            <a:endParaRPr lang="fr-FR" altLang="fr-FR"/>
          </a:p>
        </p:txBody>
      </p:sp>
      <p:sp>
        <p:nvSpPr>
          <p:cNvPr id="5" name="ZoneTexte 5">
            <a:extLst>
              <a:ext uri="{FF2B5EF4-FFF2-40B4-BE49-F238E27FC236}">
                <a16:creationId xmlns:a16="http://schemas.microsoft.com/office/drawing/2014/main" id="{DF26457F-6090-EDF4-BD2C-0E6DC7F63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9" y="3103659"/>
            <a:ext cx="8018462" cy="2653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fr-FR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fr-FR" sz="1600" b="0" dirty="0" err="1">
                <a:effectLst/>
                <a:latin typeface="Menlo" panose="020B0609030804020204" pitchFamily="49" charset="0"/>
              </a:rPr>
              <a:t>brics</a:t>
            </a:r>
            <a:r>
              <a:rPr lang="fr-FR" sz="1600" b="0" dirty="0">
                <a:effectLst/>
                <a:latin typeface="Menlo" panose="020B0609030804020204" pitchFamily="49" charset="0"/>
              </a:rPr>
              <a:t>[["</a:t>
            </a:r>
            <a:r>
              <a:rPr lang="fr-FR" sz="1600" b="0" dirty="0" err="1">
                <a:effectLst/>
                <a:latin typeface="Menlo" panose="020B0609030804020204" pitchFamily="49" charset="0"/>
              </a:rPr>
              <a:t>country","capital</a:t>
            </a:r>
            <a:r>
              <a:rPr lang="fr-FR" sz="1600" b="0" dirty="0">
                <a:effectLst/>
                <a:latin typeface="Menlo" panose="020B0609030804020204" pitchFamily="49" charset="0"/>
              </a:rPr>
              <a:t>"]]</a:t>
            </a:r>
            <a:b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</a:t>
            </a:r>
          </a:p>
          <a:p>
            <a:pPr lvl="1"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country   	capital</a:t>
            </a:r>
          </a:p>
          <a:p>
            <a:pPr marL="457200" lvl="1" indent="0"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 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Brazil	 	Brasilia</a:t>
            </a:r>
          </a:p>
          <a:p>
            <a:pPr marL="457200" lvl="1" indent="0"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 </a:t>
            </a:r>
            <a:r>
              <a:rPr lang="fr-FR" sz="16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Russia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		Moscow</a:t>
            </a:r>
          </a:p>
          <a:p>
            <a:pPr marL="457200" lvl="1" indent="0"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 </a:t>
            </a:r>
            <a:r>
              <a:rPr lang="fr-FR" sz="16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India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		New Delhi</a:t>
            </a:r>
          </a:p>
          <a:p>
            <a:pPr marL="457200" lvl="1" indent="0"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 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China			Beijing</a:t>
            </a:r>
            <a:endParaRPr lang="fr-FR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457200" lvl="1" indent="0"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 South Africa	Pretoria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88DA9D8-07FB-42ED-9146-5B4C92A1AD7A}"/>
              </a:ext>
            </a:extLst>
          </p:cNvPr>
          <p:cNvSpPr txBox="1"/>
          <p:nvPr/>
        </p:nvSpPr>
        <p:spPr>
          <a:xfrm>
            <a:off x="435768" y="1196975"/>
            <a:ext cx="8018462" cy="15696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country			capital 		area 		population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   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Brazil 			Brasilia 		8.516 		200.40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   </a:t>
            </a:r>
            <a:r>
              <a:rPr lang="fr-FR" sz="16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Russia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			Moscow 			17.100 		143.50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   </a:t>
            </a:r>
            <a:r>
              <a:rPr lang="fr-FR" sz="16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India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			New Delhi 		3.286 		1252.00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   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China 			Beijing 		9.597 		1357.00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   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South </a:t>
            </a:r>
            <a:r>
              <a:rPr lang="fr-FR" sz="16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Africa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	Pretoria 		1.221 		52.98</a:t>
            </a:r>
            <a:endParaRPr lang="fr-FR" sz="1600" dirty="0">
              <a:solidFill>
                <a:srgbClr val="CCCCCC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6508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Access data with Pandas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49</a:t>
            </a:fld>
            <a:endParaRPr lang="fr-FR" altLang="fr-FR"/>
          </a:p>
        </p:txBody>
      </p:sp>
      <p:sp>
        <p:nvSpPr>
          <p:cNvPr id="5" name="ZoneTexte 5">
            <a:extLst>
              <a:ext uri="{FF2B5EF4-FFF2-40B4-BE49-F238E27FC236}">
                <a16:creationId xmlns:a16="http://schemas.microsoft.com/office/drawing/2014/main" id="{DF26457F-6090-EDF4-BD2C-0E6DC7F63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9" y="3103659"/>
            <a:ext cx="8018462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fr-FR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fr-FR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</a:t>
            </a:r>
            <a:r>
              <a:rPr lang="fr-FR" sz="16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rics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[1:4]</a:t>
            </a:r>
            <a:endParaRPr lang="fr-FR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</a:t>
            </a:r>
          </a:p>
          <a:p>
            <a:pPr marL="457200" lvl="1" indent="0"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country capital 	area population</a:t>
            </a:r>
          </a:p>
          <a:p>
            <a:pPr marL="457200" lvl="1" indent="0"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 	</a:t>
            </a:r>
            <a:r>
              <a:rPr lang="fr-FR" sz="16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Russia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	Moscow 		17.100 143.5</a:t>
            </a:r>
          </a:p>
          <a:p>
            <a:pPr marL="457200" lvl="1" indent="0"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 	</a:t>
            </a:r>
            <a:r>
              <a:rPr lang="fr-FR" sz="16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India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	New Delhi	3.286 1252.0</a:t>
            </a:r>
          </a:p>
          <a:p>
            <a:pPr marL="457200" lvl="1" indent="0"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 	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China 	Beijing 	9.597 1357.0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B6440FD-5E92-18EB-B241-1A4DB389601F}"/>
              </a:ext>
            </a:extLst>
          </p:cNvPr>
          <p:cNvSpPr txBox="1"/>
          <p:nvPr/>
        </p:nvSpPr>
        <p:spPr>
          <a:xfrm>
            <a:off x="435768" y="1196975"/>
            <a:ext cx="8018462" cy="15696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country			capital 		area 		population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   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Brazil 			Brasilia 		8.516 		200.40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   </a:t>
            </a:r>
            <a:r>
              <a:rPr lang="fr-FR" sz="16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Russia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			Moscow 			17.100 		143.50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   </a:t>
            </a:r>
            <a:r>
              <a:rPr lang="fr-FR" sz="16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India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			New Delhi 		3.286 		1252.00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   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China 			Beijing 		9.597 		1357.00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   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South </a:t>
            </a:r>
            <a:r>
              <a:rPr lang="fr-FR" sz="16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Africa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	Pretoria 		1.221 		52.98</a:t>
            </a:r>
            <a:endParaRPr lang="fr-FR" sz="1600" dirty="0">
              <a:solidFill>
                <a:srgbClr val="CCCCCC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66967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Access data with Pandas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50</a:t>
            </a:fld>
            <a:endParaRPr lang="fr-FR" altLang="fr-FR"/>
          </a:p>
        </p:txBody>
      </p:sp>
      <p:sp>
        <p:nvSpPr>
          <p:cNvPr id="5" name="ZoneTexte 5">
            <a:extLst>
              <a:ext uri="{FF2B5EF4-FFF2-40B4-BE49-F238E27FC236}">
                <a16:creationId xmlns:a16="http://schemas.microsoft.com/office/drawing/2014/main" id="{DF26457F-6090-EDF4-BD2C-0E6DC7F63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8" y="2923094"/>
            <a:ext cx="8018462" cy="929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lvl="1">
              <a:buNone/>
            </a:pPr>
            <a:r>
              <a:rPr lang="fr-FR" sz="1600" b="0" dirty="0" err="1">
                <a:effectLst/>
                <a:latin typeface="Menlo" panose="020B0609030804020204" pitchFamily="49" charset="0"/>
              </a:rPr>
              <a:t>brics.index</a:t>
            </a:r>
            <a:r>
              <a:rPr lang="fr-FR" sz="1600" b="0" dirty="0">
                <a:effectLst/>
                <a:latin typeface="Menlo" panose="020B0609030804020204" pitchFamily="49" charset="0"/>
              </a:rPr>
              <a:t> = ["BR", "RU", "IN", "CH", "SA"]</a:t>
            </a:r>
          </a:p>
          <a:p>
            <a:pPr lvl="1">
              <a:buNone/>
            </a:pPr>
            <a:r>
              <a:rPr lang="fr-FR" sz="1600" b="0" dirty="0" err="1">
                <a:effectLst/>
                <a:latin typeface="Menlo" panose="020B0609030804020204" pitchFamily="49" charset="0"/>
              </a:rPr>
              <a:t>brics</a:t>
            </a:r>
            <a:endParaRPr lang="fr-FR" sz="1600" b="0" dirty="0">
              <a:effectLst/>
              <a:latin typeface="Menlo" panose="020B0609030804020204" pitchFamily="49" charset="0"/>
            </a:endParaRPr>
          </a:p>
          <a:p>
            <a:pPr lvl="1">
              <a:buNone/>
            </a:pPr>
            <a:r>
              <a:rPr lang="fr-FR" sz="1600" dirty="0">
                <a:latin typeface="Menlo" panose="020B0609030804020204" pitchFamily="49" charset="0"/>
              </a:rPr>
              <a:t>&gt;&gt;&gt;</a:t>
            </a:r>
            <a:endParaRPr lang="fr-FR" sz="1600" b="0" dirty="0">
              <a:effectLst/>
              <a:latin typeface="Menlo" panose="020B0609030804020204" pitchFamily="49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CF052EB-D0BC-6625-CC58-FC932F139CFF}"/>
              </a:ext>
            </a:extLst>
          </p:cNvPr>
          <p:cNvSpPr txBox="1"/>
          <p:nvPr/>
        </p:nvSpPr>
        <p:spPr>
          <a:xfrm>
            <a:off x="435768" y="1196975"/>
            <a:ext cx="8018462" cy="15696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country			capital 		area 		population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   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Brazil 			Brasilia 		8.516 		200.40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   </a:t>
            </a:r>
            <a:r>
              <a:rPr lang="fr-FR" sz="16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Russia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			Moscow 			17.100 		143.50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   </a:t>
            </a:r>
            <a:r>
              <a:rPr lang="fr-FR" sz="16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India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			New Delhi 		3.286 		1252.00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   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China 			Beijing 		9.597 		1357.00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   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South </a:t>
            </a:r>
            <a:r>
              <a:rPr lang="fr-FR" sz="16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Africa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	Pretoria 		1.221 		52.98</a:t>
            </a:r>
            <a:endParaRPr lang="fr-FR" sz="1600" dirty="0">
              <a:solidFill>
                <a:srgbClr val="CCCCCC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956FF12-3076-78B2-1A8B-F49C0BC29C54}"/>
              </a:ext>
            </a:extLst>
          </p:cNvPr>
          <p:cNvSpPr txBox="1"/>
          <p:nvPr/>
        </p:nvSpPr>
        <p:spPr>
          <a:xfrm>
            <a:off x="435768" y="3852579"/>
            <a:ext cx="801846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country			capital 		area 		population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   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Brazil 		Brasilia 		8.516 		200.40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   </a:t>
            </a:r>
            <a:r>
              <a:rPr lang="fr-FR" sz="16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Russia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		Moscow 			17.100 	143.50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   </a:t>
            </a:r>
            <a:r>
              <a:rPr lang="fr-FR" sz="16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India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			New Delhi 		3.286 		1252.00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   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China 			Beijing 		9.597 		1357.00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   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South </a:t>
            </a:r>
            <a:r>
              <a:rPr lang="fr-FR" sz="16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Africa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	Pretoria 		1.221 		52.98</a:t>
            </a:r>
            <a:endParaRPr lang="fr-FR" sz="1600" dirty="0">
              <a:solidFill>
                <a:srgbClr val="CCCCCC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31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Access data with Pandas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51</a:t>
            </a:fld>
            <a:endParaRPr lang="fr-FR" altLang="fr-FR"/>
          </a:p>
        </p:txBody>
      </p:sp>
      <p:sp>
        <p:nvSpPr>
          <p:cNvPr id="5" name="ZoneTexte 5">
            <a:extLst>
              <a:ext uri="{FF2B5EF4-FFF2-40B4-BE49-F238E27FC236}">
                <a16:creationId xmlns:a16="http://schemas.microsoft.com/office/drawing/2014/main" id="{DF26457F-6090-EDF4-BD2C-0E6DC7F63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8" y="2939510"/>
            <a:ext cx="8018462" cy="3243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fr-FR" sz="1600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fr-FR" sz="1600" b="0" dirty="0" err="1">
                <a:effectLst/>
                <a:latin typeface="Menlo" panose="020B0609030804020204" pitchFamily="49" charset="0"/>
              </a:rPr>
              <a:t>brics.loc</a:t>
            </a:r>
            <a:r>
              <a:rPr lang="fr-FR" sz="1600" b="0" dirty="0">
                <a:effectLst/>
                <a:latin typeface="Menlo" panose="020B0609030804020204" pitchFamily="49" charset="0"/>
              </a:rPr>
              <a:t>["RU"]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</a:t>
            </a:r>
            <a:r>
              <a:rPr lang="fr-FR" sz="1600" b="0" i="0" dirty="0">
                <a:effectLst/>
                <a:latin typeface="Menlo" panose="020B0609030804020204" pitchFamily="49" charset="0"/>
              </a:rPr>
              <a:t>country </a:t>
            </a:r>
            <a:r>
              <a:rPr lang="fr-FR" sz="1600" b="0" i="0" dirty="0" err="1">
                <a:effectLst/>
                <a:latin typeface="Menlo" panose="020B0609030804020204" pitchFamily="49" charset="0"/>
              </a:rPr>
              <a:t>Russia</a:t>
            </a:r>
            <a:r>
              <a:rPr lang="fr-FR" sz="1600" b="0" i="0" dirty="0">
                <a:effectLst/>
                <a:latin typeface="Menlo" panose="020B0609030804020204" pitchFamily="49" charset="0"/>
              </a:rPr>
              <a:t> </a:t>
            </a:r>
          </a:p>
          <a:p>
            <a:pPr marL="457200" lvl="1" indent="0">
              <a:buNone/>
            </a:pPr>
            <a:r>
              <a:rPr lang="fr-FR" sz="1600" b="0" i="0" dirty="0">
                <a:effectLst/>
                <a:latin typeface="Menlo" panose="020B0609030804020204" pitchFamily="49" charset="0"/>
              </a:rPr>
              <a:t>capital Moscow </a:t>
            </a:r>
          </a:p>
          <a:p>
            <a:pPr marL="457200" lvl="1" indent="0">
              <a:buNone/>
            </a:pPr>
            <a:r>
              <a:rPr lang="fr-FR" sz="1600" b="0" i="0" dirty="0">
                <a:effectLst/>
                <a:latin typeface="Menlo" panose="020B0609030804020204" pitchFamily="49" charset="0"/>
              </a:rPr>
              <a:t>area 17.1 </a:t>
            </a:r>
          </a:p>
          <a:p>
            <a:pPr marL="457200" lvl="1" indent="0">
              <a:buNone/>
            </a:pPr>
            <a:r>
              <a:rPr lang="fr-FR" sz="1600" b="0" i="0" dirty="0">
                <a:effectLst/>
                <a:latin typeface="Menlo" panose="020B0609030804020204" pitchFamily="49" charset="0"/>
              </a:rPr>
              <a:t>population 143.5 </a:t>
            </a:r>
          </a:p>
          <a:p>
            <a:pPr marL="457200" lvl="1" indent="0">
              <a:buNone/>
            </a:pPr>
            <a:r>
              <a:rPr lang="fr-FR" sz="1600" b="0" i="0" dirty="0">
                <a:effectLst/>
                <a:latin typeface="Menlo" panose="020B0609030804020204" pitchFamily="49" charset="0"/>
              </a:rPr>
              <a:t>Name: RU, </a:t>
            </a:r>
          </a:p>
          <a:p>
            <a:pPr marL="457200" lvl="1" indent="0">
              <a:buNone/>
            </a:pPr>
            <a:r>
              <a:rPr lang="fr-FR" sz="1600" b="0" i="0" dirty="0" err="1">
                <a:effectLst/>
                <a:latin typeface="Menlo" panose="020B0609030804020204" pitchFamily="49" charset="0"/>
              </a:rPr>
              <a:t>dtype</a:t>
            </a:r>
            <a:r>
              <a:rPr lang="fr-FR" sz="1600" b="0" i="0" dirty="0">
                <a:effectLst/>
                <a:latin typeface="Menlo" panose="020B0609030804020204" pitchFamily="49" charset="0"/>
              </a:rPr>
              <a:t>: </a:t>
            </a:r>
            <a:r>
              <a:rPr lang="fr-FR" sz="1600" b="0" i="0" dirty="0" err="1">
                <a:effectLst/>
                <a:latin typeface="Menlo" panose="020B0609030804020204" pitchFamily="49" charset="0"/>
              </a:rPr>
              <a:t>object</a:t>
            </a:r>
            <a:r>
              <a:rPr lang="fr-FR" sz="1600" b="0" i="0" dirty="0">
                <a:effectLst/>
                <a:latin typeface="Menlo" panose="020B0609030804020204" pitchFamily="49" charset="0"/>
              </a:rPr>
              <a:t> </a:t>
            </a:r>
            <a:r>
              <a:rPr lang="fr-FR" sz="1600" b="0" i="0" dirty="0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fr-FR" sz="1600" b="0" i="0" dirty="0" err="1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pandas.Series</a:t>
            </a:r>
            <a:endParaRPr lang="fr-FR" sz="1600" b="0" i="0" dirty="0">
              <a:solidFill>
                <a:srgbClr val="00B050"/>
              </a:solidFill>
              <a:effectLst/>
              <a:latin typeface="Menlo" panose="020B0609030804020204" pitchFamily="49" charset="0"/>
            </a:endParaRPr>
          </a:p>
          <a:p>
            <a:pPr marL="457200" lvl="1" indent="0">
              <a:buNone/>
            </a:pPr>
            <a:endParaRPr lang="fr-FR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457200" lvl="1" indent="0">
              <a:buNone/>
            </a:pPr>
            <a:r>
              <a:rPr lang="fr-FR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brics.loc</a:t>
            </a: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</a:t>
            </a:r>
            <a:r>
              <a:rPr lang="fr-FR" sz="1600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["RU"]</a:t>
            </a: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 </a:t>
            </a:r>
            <a:r>
              <a:rPr lang="fr-FR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</a:t>
            </a:r>
            <a:r>
              <a:rPr lang="fr-FR" sz="1600" dirty="0" err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pandas.DataFrame</a:t>
            </a:r>
            <a:b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country capital area population</a:t>
            </a:r>
          </a:p>
          <a:p>
            <a:pPr marL="457200" lvl="1" indent="0"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 </a:t>
            </a:r>
            <a:r>
              <a:rPr lang="fr-FR" sz="16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Russia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Moscow 17.1  143.5</a:t>
            </a:r>
            <a:endParaRPr lang="fr-FR" sz="1600" dirty="0">
              <a:solidFill>
                <a:srgbClr val="00B05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1EF37AF-B3D0-9252-D0E5-30E06B864845}"/>
              </a:ext>
            </a:extLst>
          </p:cNvPr>
          <p:cNvSpPr txBox="1"/>
          <p:nvPr/>
        </p:nvSpPr>
        <p:spPr>
          <a:xfrm>
            <a:off x="435768" y="1196975"/>
            <a:ext cx="8018462" cy="15696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  country			capital 		area 		population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   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Brazil 			Brasilia 		8.516 		200.40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   </a:t>
            </a:r>
            <a:r>
              <a:rPr lang="fr-FR" sz="16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Russia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			Moscow 			17.100 		143.50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   </a:t>
            </a:r>
            <a:r>
              <a:rPr lang="fr-FR" sz="16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India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				New Delhi 		3.286 		1252.00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   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China 				Beijing 		9.597 		1357.00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   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South </a:t>
            </a:r>
            <a:r>
              <a:rPr lang="fr-FR" sz="16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Africa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		Pretoria 		1.221 		52.98</a:t>
            </a:r>
            <a:endParaRPr lang="fr-FR" sz="1600" dirty="0">
              <a:solidFill>
                <a:srgbClr val="CCCCCC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19821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Access data with Pandas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52</a:t>
            </a:fld>
            <a:endParaRPr lang="fr-FR" altLang="fr-FR"/>
          </a:p>
        </p:txBody>
      </p:sp>
      <p:sp>
        <p:nvSpPr>
          <p:cNvPr id="5" name="ZoneTexte 5">
            <a:extLst>
              <a:ext uri="{FF2B5EF4-FFF2-40B4-BE49-F238E27FC236}">
                <a16:creationId xmlns:a16="http://schemas.microsoft.com/office/drawing/2014/main" id="{DF26457F-6090-EDF4-BD2C-0E6DC7F63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8" y="2914888"/>
            <a:ext cx="8018462" cy="3293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GB" sz="1600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b="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brics.loc</a:t>
            </a:r>
            <a:r>
              <a:rPr lang="en-GB" sz="1600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[["RU", "BR","SA"]</a:t>
            </a:r>
            <a:r>
              <a:rPr lang="en-GB" sz="1600" b="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</a:t>
            </a:r>
          </a:p>
          <a:p>
            <a:pPr lvl="1">
              <a:buNone/>
            </a:pPr>
            <a:r>
              <a:rPr lang="en-GB" sz="1600" b="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country 	capital 		area 	population</a:t>
            </a:r>
          </a:p>
          <a:p>
            <a:pPr lvl="1"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	</a:t>
            </a:r>
            <a:r>
              <a:rPr lang="fr-FR" sz="16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Russia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		Moscow 	17.100	143.50</a:t>
            </a:r>
          </a:p>
          <a:p>
            <a:pPr lvl="1"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	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Brazil		Brasilia		8.516	200.40</a:t>
            </a:r>
          </a:p>
          <a:p>
            <a:pPr lvl="1"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	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South </a:t>
            </a:r>
            <a:r>
              <a:rPr lang="fr-FR" sz="16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Africa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Pretoria	 	1.221	52.98</a:t>
            </a:r>
          </a:p>
          <a:p>
            <a:pPr lvl="1">
              <a:buNone/>
            </a:pPr>
            <a:endParaRPr lang="en-GB" sz="1600" b="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fr-FR" sz="1600" b="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brics.loc</a:t>
            </a:r>
            <a:r>
              <a:rPr lang="fr-FR" sz="1600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[["BR", "RU"],["</a:t>
            </a:r>
            <a:r>
              <a:rPr lang="fr-FR" sz="1600" b="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country","capital</a:t>
            </a:r>
            <a:r>
              <a:rPr lang="fr-FR" sz="1600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"]]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country capital 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BR 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Brazil Brasilia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RU </a:t>
            </a:r>
            <a:r>
              <a:rPr lang="fr-FR" sz="16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Russia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Moscow</a:t>
            </a:r>
            <a:endParaRPr lang="fr-FR" sz="1600" b="0" dirty="0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CF052EB-D0BC-6625-CC58-FC932F139CFF}"/>
              </a:ext>
            </a:extLst>
          </p:cNvPr>
          <p:cNvSpPr txBox="1"/>
          <p:nvPr/>
        </p:nvSpPr>
        <p:spPr>
          <a:xfrm>
            <a:off x="435768" y="1196975"/>
            <a:ext cx="8018462" cy="15696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  country			capital 		area 		population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   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Brazil 			Brasilia 		8.516 		200.40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   </a:t>
            </a:r>
            <a:r>
              <a:rPr lang="fr-FR" sz="16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Russia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			Moscow 			17.100 		143.50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   </a:t>
            </a:r>
            <a:r>
              <a:rPr lang="fr-FR" sz="16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India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				New Delhi 		3.286 		1252.00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   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China 				Beijing 		9.597 		1357.00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   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South </a:t>
            </a:r>
            <a:r>
              <a:rPr lang="fr-FR" sz="16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Africa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		Pretoria 		1.221 		52.98</a:t>
            </a:r>
            <a:endParaRPr lang="fr-FR" sz="1600" dirty="0">
              <a:solidFill>
                <a:srgbClr val="CCCCCC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4664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Access data with Pandas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53</a:t>
            </a:fld>
            <a:endParaRPr lang="fr-FR" altLang="fr-FR"/>
          </a:p>
        </p:txBody>
      </p:sp>
      <p:sp>
        <p:nvSpPr>
          <p:cNvPr id="5" name="ZoneTexte 5">
            <a:extLst>
              <a:ext uri="{FF2B5EF4-FFF2-40B4-BE49-F238E27FC236}">
                <a16:creationId xmlns:a16="http://schemas.microsoft.com/office/drawing/2014/main" id="{DF26457F-6090-EDF4-BD2C-0E6DC7F63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8" y="2914888"/>
            <a:ext cx="8018462" cy="3293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GB" sz="1600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fr-FR" sz="1600" b="0" dirty="0">
                <a:effectLst/>
                <a:latin typeface="Menlo" panose="020B0609030804020204" pitchFamily="49" charset="0"/>
              </a:rPr>
              <a:t> </a:t>
            </a:r>
            <a:r>
              <a:rPr lang="fr-FR" sz="1600" b="0" dirty="0" err="1">
                <a:effectLst/>
                <a:latin typeface="Menlo" panose="020B0609030804020204" pitchFamily="49" charset="0"/>
              </a:rPr>
              <a:t>brics.</a:t>
            </a:r>
            <a:r>
              <a:rPr lang="fr-FR" sz="1600" b="0" dirty="0" err="1">
                <a:solidFill>
                  <a:srgbClr val="00009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fr-FR" sz="1600" b="0" dirty="0" err="1">
                <a:effectLst/>
                <a:latin typeface="Menlo" panose="020B0609030804020204" pitchFamily="49" charset="0"/>
              </a:rPr>
              <a:t>loc</a:t>
            </a:r>
            <a:r>
              <a:rPr lang="fr-FR" sz="1600" b="0" dirty="0">
                <a:effectLst/>
                <a:latin typeface="Menlo" panose="020B0609030804020204" pitchFamily="49" charset="0"/>
              </a:rPr>
              <a:t>[0,0]</a:t>
            </a:r>
            <a:endParaRPr lang="en-GB" sz="1600" b="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Brazil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fr-FR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brics.</a:t>
            </a:r>
            <a:r>
              <a:rPr lang="fr-FR" sz="1600" dirty="0" err="1">
                <a:solidFill>
                  <a:srgbClr val="00009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fr-FR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loc</a:t>
            </a: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[:,0]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</a:t>
            </a:r>
          </a:p>
          <a:p>
            <a:pPr lvl="1">
              <a:buNone/>
            </a:pPr>
            <a:r>
              <a:rPr lang="fr-FR" sz="1600" b="0" i="0" dirty="0">
                <a:effectLst/>
                <a:latin typeface="Menlo" panose="020B0609030804020204" pitchFamily="49" charset="0"/>
              </a:rPr>
              <a:t>BR Brazil </a:t>
            </a:r>
          </a:p>
          <a:p>
            <a:pPr lvl="1">
              <a:buNone/>
            </a:pPr>
            <a:r>
              <a:rPr lang="fr-FR" sz="1600" b="0" i="0" dirty="0">
                <a:effectLst/>
                <a:latin typeface="Menlo" panose="020B0609030804020204" pitchFamily="49" charset="0"/>
              </a:rPr>
              <a:t>RU </a:t>
            </a:r>
            <a:r>
              <a:rPr lang="fr-FR" sz="1600" b="0" i="0" dirty="0" err="1">
                <a:effectLst/>
                <a:latin typeface="Menlo" panose="020B0609030804020204" pitchFamily="49" charset="0"/>
              </a:rPr>
              <a:t>Russia</a:t>
            </a:r>
            <a:r>
              <a:rPr lang="fr-FR" sz="1600" b="0" i="0" dirty="0">
                <a:effectLst/>
                <a:latin typeface="Menlo" panose="020B0609030804020204" pitchFamily="49" charset="0"/>
              </a:rPr>
              <a:t> </a:t>
            </a:r>
          </a:p>
          <a:p>
            <a:pPr lvl="1">
              <a:buNone/>
            </a:pPr>
            <a:r>
              <a:rPr lang="fr-FR" sz="1600" b="0" i="0" dirty="0">
                <a:effectLst/>
                <a:latin typeface="Menlo" panose="020B0609030804020204" pitchFamily="49" charset="0"/>
              </a:rPr>
              <a:t>IN </a:t>
            </a:r>
            <a:r>
              <a:rPr lang="fr-FR" sz="1600" b="0" i="0" dirty="0" err="1">
                <a:effectLst/>
                <a:latin typeface="Menlo" panose="020B0609030804020204" pitchFamily="49" charset="0"/>
              </a:rPr>
              <a:t>India</a:t>
            </a:r>
            <a:r>
              <a:rPr lang="fr-FR" sz="1600" b="0" i="0" dirty="0">
                <a:effectLst/>
                <a:latin typeface="Menlo" panose="020B0609030804020204" pitchFamily="49" charset="0"/>
              </a:rPr>
              <a:t> </a:t>
            </a:r>
          </a:p>
          <a:p>
            <a:pPr lvl="1">
              <a:buNone/>
            </a:pPr>
            <a:r>
              <a:rPr lang="fr-FR" sz="1600" b="0" i="0" dirty="0">
                <a:effectLst/>
                <a:latin typeface="Menlo" panose="020B0609030804020204" pitchFamily="49" charset="0"/>
              </a:rPr>
              <a:t>CH China </a:t>
            </a:r>
          </a:p>
          <a:p>
            <a:pPr lvl="1">
              <a:buNone/>
            </a:pPr>
            <a:r>
              <a:rPr lang="fr-FR" sz="1600" b="0" i="0" dirty="0">
                <a:effectLst/>
                <a:latin typeface="Menlo" panose="020B0609030804020204" pitchFamily="49" charset="0"/>
              </a:rPr>
              <a:t>SA South </a:t>
            </a:r>
            <a:r>
              <a:rPr lang="fr-FR" sz="1600" b="0" i="0" dirty="0" err="1">
                <a:effectLst/>
                <a:latin typeface="Menlo" panose="020B0609030804020204" pitchFamily="49" charset="0"/>
              </a:rPr>
              <a:t>Africa</a:t>
            </a:r>
            <a:r>
              <a:rPr lang="fr-FR" sz="1600" b="0" i="0" dirty="0">
                <a:effectLst/>
                <a:latin typeface="Menlo" panose="020B0609030804020204" pitchFamily="49" charset="0"/>
              </a:rPr>
              <a:t> </a:t>
            </a:r>
          </a:p>
          <a:p>
            <a:pPr lvl="1">
              <a:buNone/>
            </a:pPr>
            <a:r>
              <a:rPr lang="fr-FR" sz="1600" b="0" i="0" dirty="0">
                <a:effectLst/>
                <a:latin typeface="Menlo" panose="020B0609030804020204" pitchFamily="49" charset="0"/>
              </a:rPr>
              <a:t>Name: country, </a:t>
            </a:r>
            <a:r>
              <a:rPr lang="fr-FR" sz="1600" b="0" i="0" dirty="0" err="1">
                <a:effectLst/>
                <a:latin typeface="Menlo" panose="020B0609030804020204" pitchFamily="49" charset="0"/>
              </a:rPr>
              <a:t>dtype</a:t>
            </a:r>
            <a:r>
              <a:rPr lang="fr-FR" sz="1600" b="0" i="0" dirty="0">
                <a:effectLst/>
                <a:latin typeface="Menlo" panose="020B0609030804020204" pitchFamily="49" charset="0"/>
              </a:rPr>
              <a:t>: </a:t>
            </a:r>
            <a:r>
              <a:rPr lang="fr-FR" sz="1600" b="0" i="0" dirty="0" err="1">
                <a:effectLst/>
                <a:latin typeface="Menlo" panose="020B0609030804020204" pitchFamily="49" charset="0"/>
              </a:rPr>
              <a:t>str</a:t>
            </a:r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CF052EB-D0BC-6625-CC58-FC932F139CFF}"/>
              </a:ext>
            </a:extLst>
          </p:cNvPr>
          <p:cNvSpPr txBox="1"/>
          <p:nvPr/>
        </p:nvSpPr>
        <p:spPr>
          <a:xfrm>
            <a:off x="435768" y="1196975"/>
            <a:ext cx="8018462" cy="15696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  country			capital 		area 		population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   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Brazil 			Brasilia 		8.516 		200.40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   </a:t>
            </a:r>
            <a:r>
              <a:rPr lang="fr-FR" sz="16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Russia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			Moscow 			17.100 		143.50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   </a:t>
            </a:r>
            <a:r>
              <a:rPr lang="fr-FR" sz="16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India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				New Delhi 		3.286 		1252.00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   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China 				Beijing 		9.597 		1357.00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   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South </a:t>
            </a:r>
            <a:r>
              <a:rPr lang="fr-FR" sz="16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Africa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		Pretoria 		1.221 		52.98</a:t>
            </a:r>
            <a:endParaRPr lang="fr-FR" sz="1600" dirty="0">
              <a:solidFill>
                <a:srgbClr val="CCCCCC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168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52D859-0C50-7F9D-08D8-889E44EA8AC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 b="0" dirty="0">
                <a:latin typeface="Calibri Light" panose="020F0302020204030204" pitchFamily="34" charset="0"/>
                <a:cs typeface="Calibri Light" panose="020F0302020204030204" pitchFamily="34" charset="0"/>
              </a:rPr>
              <a:t>Let’s </a:t>
            </a:r>
            <a:r>
              <a:rPr lang="en-GB" b="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practice</a:t>
            </a:r>
            <a:endParaRPr lang="en-GB" b="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020A21A7-612B-6347-D3EE-68C45DD91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2313" y="5315045"/>
            <a:ext cx="1013188" cy="1110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5">
            <a:extLst>
              <a:ext uri="{FF2B5EF4-FFF2-40B4-BE49-F238E27FC236}">
                <a16:creationId xmlns:a16="http://schemas.microsoft.com/office/drawing/2014/main" id="{CE8F8177-7C68-53C8-EB5D-82B3F9976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45830"/>
            <a:ext cx="3818965" cy="646331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0"/>
              </a:spcBef>
            </a:pPr>
            <a:r>
              <a:rPr lang="en-GB" altLang="fr-FR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17-dictionary.py</a:t>
            </a:r>
          </a:p>
          <a:p>
            <a:pPr marL="285750" indent="-285750">
              <a:spcBef>
                <a:spcPct val="0"/>
              </a:spcBef>
            </a:pPr>
            <a:r>
              <a:rPr lang="en-GB" altLang="fr-FR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18-pandas.py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6451721-C369-77FF-A86D-964E16756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A72896F-8785-9134-7307-EA24701A4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644B14-5C44-904A-A7D8-F9A5236995E2}" type="slidenum">
              <a:rPr lang="fr-FR" altLang="fr-FR" smtClean="0"/>
              <a:pPr>
                <a:defRPr/>
              </a:pPr>
              <a:t>54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61232574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Comparison operators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55</a:t>
            </a:fld>
            <a:endParaRPr lang="fr-FR" alt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6603CE6-3D43-0538-550E-D2CB11155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70" y="1191465"/>
            <a:ext cx="3104136" cy="417960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Boolean response</a:t>
            </a:r>
          </a:p>
          <a:p>
            <a:pPr>
              <a:buNone/>
            </a:pPr>
            <a:r>
              <a:rPr lang="en-GB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2&lt;3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True</a:t>
            </a:r>
          </a:p>
          <a:p>
            <a:pPr>
              <a:buNone/>
            </a:pP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2 == 3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False</a:t>
            </a:r>
          </a:p>
          <a:p>
            <a:pPr>
              <a:buNone/>
            </a:pPr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2 &lt;= 3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True</a:t>
            </a:r>
          </a:p>
          <a:p>
            <a:pPr>
              <a:buNone/>
            </a:pPr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x = 2 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y = 3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y &gt; x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True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365AF2F-7181-2C5E-EA0B-C4D489462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8244" y="1191465"/>
            <a:ext cx="5029985" cy="417960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Boolean response</a:t>
            </a:r>
          </a:p>
          <a:p>
            <a:pPr>
              <a:buNone/>
            </a:pPr>
            <a:r>
              <a:rPr lang="en-GB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"carl" &lt; "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chris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</a:t>
            </a:r>
            <a:endParaRPr lang="en-GB" sz="1600" b="0" dirty="0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True</a:t>
            </a:r>
          </a:p>
          <a:p>
            <a:pPr>
              <a:buNone/>
            </a:pP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3 &lt; "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chris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</a:t>
            </a:r>
            <a:endParaRPr lang="en-GB" sz="1600" b="0" dirty="0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</a:t>
            </a:r>
            <a:r>
              <a:rPr lang="en-GB" sz="1600" dirty="0" err="1">
                <a:solidFill>
                  <a:srgbClr val="FF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TypeError</a:t>
            </a:r>
            <a:r>
              <a:rPr lang="en-GB" sz="1600" dirty="0">
                <a:solidFill>
                  <a:srgbClr val="FF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!</a:t>
            </a:r>
          </a:p>
          <a:p>
            <a:pPr>
              <a:buNone/>
            </a:pPr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3 &lt; 4.1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True</a:t>
            </a:r>
          </a:p>
          <a:p>
            <a:pPr>
              <a:buNone/>
            </a:pPr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bmi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np.array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([21,20,35,19.5])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bmi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&gt; 23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array([False, False, True, False])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089426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Comparison operators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56</a:t>
            </a:fld>
            <a:endParaRPr lang="fr-FR" altLang="fr-FR"/>
          </a:p>
        </p:txBody>
      </p:sp>
      <p:graphicFrame>
        <p:nvGraphicFramePr>
          <p:cNvPr id="4" name="Tableau 6">
            <a:extLst>
              <a:ext uri="{FF2B5EF4-FFF2-40B4-BE49-F238E27FC236}">
                <a16:creationId xmlns:a16="http://schemas.microsoft.com/office/drawing/2014/main" id="{E7FD5AE8-20D9-0B22-394B-B54D14926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751952"/>
              </p:ext>
            </p:extLst>
          </p:nvPr>
        </p:nvGraphicFramePr>
        <p:xfrm>
          <a:off x="2052000" y="1839580"/>
          <a:ext cx="5040000" cy="31788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147683711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33522686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b="0" i="0" noProof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Comparator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i="0" noProof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51993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i="0" noProof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&lt;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noProof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Strictly less than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652332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GB" b="0" i="0" noProof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&lt;=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noProof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Less than or equal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812517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GB" b="0" i="0" noProof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noProof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Strictly greater than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266947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GB" b="0" i="0" noProof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&gt;=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i="0" noProof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Greater than or equal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988012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GB" b="0" i="0" noProof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==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noProof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Equal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448381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GB" b="0" i="0" noProof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!=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noProof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Not equal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8641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90997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Boolean operators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57</a:t>
            </a:fld>
            <a:endParaRPr lang="fr-FR" altLang="fr-FR"/>
          </a:p>
        </p:txBody>
      </p:sp>
      <p:sp>
        <p:nvSpPr>
          <p:cNvPr id="4" name="ZoneTexte 5">
            <a:extLst>
              <a:ext uri="{FF2B5EF4-FFF2-40B4-BE49-F238E27FC236}">
                <a16:creationId xmlns:a16="http://schemas.microsoft.com/office/drawing/2014/main" id="{95EA83A8-C8A9-5689-9870-3D29FB903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9" y="1954751"/>
            <a:ext cx="8272463" cy="329320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AND</a:t>
            </a:r>
          </a:p>
          <a:p>
            <a:pPr>
              <a:buNone/>
            </a:pPr>
            <a:r>
              <a:rPr lang="en-GB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True and True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True</a:t>
            </a:r>
          </a:p>
          <a:p>
            <a:pPr>
              <a:buNone/>
            </a:pPr>
            <a:endParaRPr lang="en-GB" sz="1600" b="0" dirty="0">
              <a:solidFill>
                <a:srgbClr val="C00000"/>
              </a:solidFill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False and True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False</a:t>
            </a:r>
          </a:p>
          <a:p>
            <a:pPr>
              <a:buNone/>
            </a:pPr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Find a value between two limits ? (example)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x = 12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x &gt; 5 and x &lt; 15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True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98572402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Boolean operators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58</a:t>
            </a:fld>
            <a:endParaRPr lang="fr-FR" altLang="fr-FR"/>
          </a:p>
        </p:txBody>
      </p:sp>
      <p:sp>
        <p:nvSpPr>
          <p:cNvPr id="4" name="ZoneTexte 5">
            <a:extLst>
              <a:ext uri="{FF2B5EF4-FFF2-40B4-BE49-F238E27FC236}">
                <a16:creationId xmlns:a16="http://schemas.microsoft.com/office/drawing/2014/main" id="{95EA83A8-C8A9-5689-9870-3D29FB903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9" y="1954751"/>
            <a:ext cx="8272463" cy="329320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OR</a:t>
            </a:r>
          </a:p>
          <a:p>
            <a:pPr>
              <a:buNone/>
            </a:pPr>
            <a:r>
              <a:rPr lang="en-GB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True 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or</a:t>
            </a:r>
            <a:r>
              <a:rPr lang="en-GB" sz="1600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True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True</a:t>
            </a:r>
          </a:p>
          <a:p>
            <a:pPr>
              <a:buNone/>
            </a:pPr>
            <a:endParaRPr lang="en-GB" sz="1600" b="0" dirty="0">
              <a:solidFill>
                <a:srgbClr val="C00000"/>
              </a:solidFill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False or True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True</a:t>
            </a:r>
          </a:p>
          <a:p>
            <a:pPr>
              <a:buNone/>
            </a:pPr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Find a value outside two limits ? (example)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x = 20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x &lt; 5 or x &gt; 15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True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11434769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Boolean operators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59</a:t>
            </a:fld>
            <a:endParaRPr lang="fr-FR" altLang="fr-FR"/>
          </a:p>
        </p:txBody>
      </p:sp>
      <p:sp>
        <p:nvSpPr>
          <p:cNvPr id="4" name="ZoneTexte 5">
            <a:extLst>
              <a:ext uri="{FF2B5EF4-FFF2-40B4-BE49-F238E27FC236}">
                <a16:creationId xmlns:a16="http://schemas.microsoft.com/office/drawing/2014/main" id="{95EA83A8-C8A9-5689-9870-3D29FB903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9" y="2521059"/>
            <a:ext cx="8272463" cy="18158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not</a:t>
            </a:r>
          </a:p>
          <a:p>
            <a:pPr>
              <a:buNone/>
            </a:pPr>
            <a:r>
              <a:rPr lang="en-GB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not True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False</a:t>
            </a:r>
          </a:p>
          <a:p>
            <a:pPr>
              <a:buNone/>
            </a:pPr>
            <a:endParaRPr lang="en-GB" sz="1600" b="0" dirty="0">
              <a:solidFill>
                <a:srgbClr val="C00000"/>
              </a:solidFill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not False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True</a:t>
            </a:r>
          </a:p>
        </p:txBody>
      </p:sp>
    </p:spTree>
    <p:extLst>
      <p:ext uri="{BB962C8B-B14F-4D97-AF65-F5344CB8AC3E}">
        <p14:creationId xmlns:p14="http://schemas.microsoft.com/office/powerpoint/2010/main" val="43239178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Boolean operators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60</a:t>
            </a:fld>
            <a:endParaRPr lang="fr-FR" altLang="fr-FR"/>
          </a:p>
        </p:txBody>
      </p:sp>
      <p:sp>
        <p:nvSpPr>
          <p:cNvPr id="4" name="ZoneTexte 5">
            <a:extLst>
              <a:ext uri="{FF2B5EF4-FFF2-40B4-BE49-F238E27FC236}">
                <a16:creationId xmlns:a16="http://schemas.microsoft.com/office/drawing/2014/main" id="{95EA83A8-C8A9-5689-9870-3D29FB903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9" y="1240709"/>
            <a:ext cx="8272463" cy="437658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# filtering data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bmi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np.array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([21,20,35,19.5])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bmi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&gt; 23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array([False False True False])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bmi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&lt;30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array([True True False True])</a:t>
            </a:r>
          </a:p>
          <a:p>
            <a:pPr>
              <a:buNone/>
            </a:pPr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bmi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&gt; 20 </a:t>
            </a:r>
            <a:r>
              <a:rPr lang="en-GB" sz="1600" dirty="0">
                <a:solidFill>
                  <a:srgbClr val="00009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and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bmi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&lt; 30 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Warning when combining operators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</a:t>
            </a:r>
            <a:r>
              <a:rPr lang="en-GB" sz="1600" b="0" i="0" dirty="0" err="1">
                <a:effectLst/>
                <a:latin typeface="Menlo" panose="020B0609030804020204" pitchFamily="49" charset="0"/>
              </a:rPr>
              <a:t>ValueError</a:t>
            </a:r>
            <a:r>
              <a:rPr lang="en-GB" sz="1600" b="0" i="0" dirty="0">
                <a:effectLst/>
                <a:latin typeface="Menlo" panose="020B0609030804020204" pitchFamily="49" charset="0"/>
              </a:rPr>
              <a:t>: The truth value of an array with more than one 	element is ambiguous. Use </a:t>
            </a:r>
            <a:r>
              <a:rPr lang="en-GB" sz="1600" b="0" i="0" dirty="0" err="1">
                <a:effectLst/>
                <a:latin typeface="Menlo" panose="020B0609030804020204" pitchFamily="49" charset="0"/>
              </a:rPr>
              <a:t>a.any</a:t>
            </a:r>
            <a:r>
              <a:rPr lang="en-GB" sz="1600" b="0" i="0" dirty="0">
                <a:effectLst/>
                <a:latin typeface="Menlo" panose="020B0609030804020204" pitchFamily="49" charset="0"/>
              </a:rPr>
              <a:t>() or </a:t>
            </a:r>
            <a:r>
              <a:rPr lang="en-GB" sz="1600" b="0" i="0" dirty="0" err="1">
                <a:effectLst/>
                <a:latin typeface="Menlo" panose="020B0609030804020204" pitchFamily="49" charset="0"/>
              </a:rPr>
              <a:t>a.all</a:t>
            </a:r>
            <a:r>
              <a:rPr lang="en-GB" sz="1600" b="0" i="0" dirty="0">
                <a:effectLst/>
                <a:latin typeface="Menlo" panose="020B0609030804020204" pitchFamily="49" charset="0"/>
              </a:rPr>
              <a:t>()</a:t>
            </a:r>
            <a:br>
              <a:rPr lang="en-GB" sz="1600" b="0" i="0" dirty="0">
                <a:effectLst/>
                <a:latin typeface="Menlo" panose="020B0609030804020204" pitchFamily="49" charset="0"/>
              </a:rPr>
            </a:br>
            <a:r>
              <a:rPr lang="en-GB" sz="1600" b="0" i="0" dirty="0">
                <a:effectLst/>
                <a:latin typeface="Menlo" panose="020B0609030804020204" pitchFamily="49" charset="0"/>
              </a:rPr>
              <a:t>	</a:t>
            </a:r>
            <a:r>
              <a:rPr lang="en-GB" sz="1600" b="0" i="0" dirty="0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# =&gt; LIMITS OF CLASSIC PYTHON</a:t>
            </a:r>
          </a:p>
          <a:p>
            <a:pPr>
              <a:buNone/>
            </a:pPr>
            <a:endParaRPr lang="en-GB" sz="1600" b="0" i="0" dirty="0">
              <a:solidFill>
                <a:srgbClr val="00B05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fr-FR" sz="1050" dirty="0">
                <a:solidFill>
                  <a:srgbClr val="2B303B"/>
                </a:solidFill>
                <a:effectLst/>
              </a:rPr>
              <a:t> </a:t>
            </a:r>
            <a:r>
              <a:rPr lang="fr-FR" sz="1600" dirty="0">
                <a:solidFill>
                  <a:srgbClr val="2B303B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fr-FR" sz="1600" dirty="0" err="1">
                <a:solidFill>
                  <a:srgbClr val="2B303B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bmi</a:t>
            </a:r>
            <a:r>
              <a:rPr lang="fr-FR" sz="1600" dirty="0">
                <a:solidFill>
                  <a:srgbClr val="2B303B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&gt; </a:t>
            </a:r>
            <a:r>
              <a:rPr lang="fr-FR" sz="1600" dirty="0">
                <a:solidFill>
                  <a:srgbClr val="00808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20</a:t>
            </a:r>
            <a:r>
              <a:rPr lang="fr-FR" sz="1600" dirty="0">
                <a:solidFill>
                  <a:srgbClr val="2B303B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 </a:t>
            </a:r>
            <a:r>
              <a:rPr lang="fr-FR" sz="1600" dirty="0">
                <a:solidFill>
                  <a:srgbClr val="00009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&amp;</a:t>
            </a:r>
            <a:r>
              <a:rPr lang="fr-FR" sz="1600" dirty="0">
                <a:solidFill>
                  <a:srgbClr val="2B303B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(</a:t>
            </a:r>
            <a:r>
              <a:rPr lang="fr-FR" sz="1600" dirty="0" err="1">
                <a:solidFill>
                  <a:srgbClr val="2B303B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bmi</a:t>
            </a:r>
            <a:r>
              <a:rPr lang="fr-FR" sz="1600" dirty="0">
                <a:solidFill>
                  <a:srgbClr val="2B303B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&lt; </a:t>
            </a:r>
            <a:r>
              <a:rPr lang="fr-FR" sz="1600" dirty="0">
                <a:solidFill>
                  <a:srgbClr val="0080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</a:t>
            </a:r>
            <a:r>
              <a:rPr lang="fr-FR" sz="1600" dirty="0">
                <a:solidFill>
                  <a:srgbClr val="00808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</a:t>
            </a:r>
            <a:r>
              <a:rPr lang="fr-FR" sz="1600" dirty="0">
                <a:solidFill>
                  <a:srgbClr val="2B303B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 </a:t>
            </a:r>
            <a:r>
              <a:rPr lang="fr-FR" sz="1600" dirty="0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NumPy</a:t>
            </a:r>
            <a:endParaRPr lang="fr-FR" sz="1600" dirty="0">
              <a:solidFill>
                <a:srgbClr val="00B050"/>
              </a:solidFill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fr-FR" sz="1600" dirty="0">
                <a:solidFill>
                  <a:srgbClr val="2B303B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array([True False False False])</a:t>
            </a:r>
          </a:p>
        </p:txBody>
      </p:sp>
    </p:spTree>
    <p:extLst>
      <p:ext uri="{BB962C8B-B14F-4D97-AF65-F5344CB8AC3E}">
        <p14:creationId xmlns:p14="http://schemas.microsoft.com/office/powerpoint/2010/main" val="316507821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Boolean operators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61</a:t>
            </a:fld>
            <a:endParaRPr lang="fr-FR" altLang="fr-FR"/>
          </a:p>
        </p:txBody>
      </p:sp>
      <p:sp>
        <p:nvSpPr>
          <p:cNvPr id="4" name="ZoneTexte 5">
            <a:extLst>
              <a:ext uri="{FF2B5EF4-FFF2-40B4-BE49-F238E27FC236}">
                <a16:creationId xmlns:a16="http://schemas.microsoft.com/office/drawing/2014/main" id="{95EA83A8-C8A9-5689-9870-3D29FB903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9" y="1831640"/>
            <a:ext cx="8272463" cy="319472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# NumPy</a:t>
            </a:r>
            <a:endParaRPr lang="en-GB" sz="1600" b="0" i="0" dirty="0">
              <a:solidFill>
                <a:srgbClr val="00B050"/>
              </a:solidFill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fr-FR" sz="1600" dirty="0">
                <a:solidFill>
                  <a:srgbClr val="2B303B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fr-FR" sz="1600" dirty="0">
                <a:solidFill>
                  <a:srgbClr val="2B303B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fr-FR" sz="1600" dirty="0" err="1">
                <a:solidFill>
                  <a:srgbClr val="2B303B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bmi</a:t>
            </a:r>
            <a:r>
              <a:rPr lang="fr-FR" sz="1600" dirty="0">
                <a:solidFill>
                  <a:srgbClr val="2B303B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&gt; </a:t>
            </a:r>
            <a:r>
              <a:rPr lang="fr-FR" sz="1600" dirty="0">
                <a:solidFill>
                  <a:srgbClr val="00808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20</a:t>
            </a:r>
            <a:r>
              <a:rPr lang="fr-FR" sz="1600" dirty="0">
                <a:solidFill>
                  <a:srgbClr val="2B303B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 &amp; (</a:t>
            </a:r>
            <a:r>
              <a:rPr lang="fr-FR" sz="1600" dirty="0" err="1">
                <a:solidFill>
                  <a:srgbClr val="2B303B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bmi</a:t>
            </a:r>
            <a:r>
              <a:rPr lang="fr-FR" sz="1600" dirty="0">
                <a:solidFill>
                  <a:srgbClr val="2B303B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&lt; </a:t>
            </a:r>
            <a:r>
              <a:rPr lang="fr-FR" sz="1600" dirty="0">
                <a:solidFill>
                  <a:srgbClr val="0080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</a:t>
            </a:r>
            <a:r>
              <a:rPr lang="fr-FR" sz="1600" dirty="0">
                <a:solidFill>
                  <a:srgbClr val="00808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</a:t>
            </a:r>
            <a:r>
              <a:rPr lang="fr-FR" sz="1600" dirty="0">
                <a:solidFill>
                  <a:srgbClr val="2B303B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  <a:endParaRPr lang="fr-FR" sz="1600" dirty="0">
              <a:solidFill>
                <a:srgbClr val="2B303B"/>
              </a:solidFill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fr-FR" sz="1600" dirty="0">
                <a:solidFill>
                  <a:srgbClr val="2B303B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array([True False False False])</a:t>
            </a:r>
          </a:p>
          <a:p>
            <a:pPr>
              <a:buNone/>
            </a:pP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</a:p>
          <a:p>
            <a:pPr>
              <a:buNone/>
            </a:pP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# NumPy</a:t>
            </a:r>
          </a:p>
          <a:p>
            <a:pPr>
              <a:buNone/>
            </a:pP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fr-FR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np.logical_and</a:t>
            </a: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fr-FR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bmi</a:t>
            </a: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&gt;20 , </a:t>
            </a:r>
            <a:r>
              <a:rPr lang="fr-FR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bmi</a:t>
            </a: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&lt;30)</a:t>
            </a:r>
            <a:endParaRPr lang="en-GB" sz="1600" dirty="0">
              <a:solidFill>
                <a:srgbClr val="00B05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fr-FR" sz="1600" dirty="0">
                <a:solidFill>
                  <a:srgbClr val="2B303B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&gt;&gt;&gt; 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array([True False False False])</a:t>
            </a:r>
          </a:p>
          <a:p>
            <a:pPr>
              <a:buNone/>
            </a:pPr>
            <a:endParaRPr lang="en-GB" sz="1600" dirty="0">
              <a:solidFill>
                <a:srgbClr val="00B05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# </a:t>
            </a:r>
            <a:r>
              <a:rPr lang="fr-FR" sz="1600" b="1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&amp; </a:t>
            </a:r>
            <a:r>
              <a:rPr lang="fr-FR" sz="1600" b="1" dirty="0" err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works</a:t>
            </a:r>
            <a:r>
              <a:rPr lang="fr-FR" sz="1600" b="1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on bits, </a:t>
            </a:r>
            <a:r>
              <a:rPr lang="fr-FR" sz="1600" b="1" dirty="0" err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logical_and</a:t>
            </a:r>
            <a:r>
              <a:rPr lang="fr-FR" sz="1600" b="1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fr-FR" sz="1600" b="1" dirty="0" err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works</a:t>
            </a:r>
            <a:r>
              <a:rPr lang="fr-FR" sz="1600" b="1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on </a:t>
            </a:r>
            <a:r>
              <a:rPr lang="fr-FR" sz="1600" b="1" dirty="0" err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truth</a:t>
            </a:r>
            <a:r>
              <a:rPr lang="fr-FR" sz="1600" b="1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values.</a:t>
            </a:r>
            <a:br>
              <a:rPr lang="fr-FR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fr-FR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On </a:t>
            </a:r>
            <a:r>
              <a:rPr lang="fr-FR" sz="1600" dirty="0" err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comparisons</a:t>
            </a:r>
            <a:r>
              <a:rPr lang="fr-FR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(</a:t>
            </a:r>
            <a:r>
              <a:rPr lang="fr-FR" sz="1600" dirty="0" err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already</a:t>
            </a:r>
            <a:r>
              <a:rPr lang="fr-FR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fr-FR" sz="1600" dirty="0" err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boolean</a:t>
            </a:r>
            <a:r>
              <a:rPr lang="fr-FR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), </a:t>
            </a:r>
            <a:r>
              <a:rPr lang="fr-FR" sz="1600" dirty="0" err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both</a:t>
            </a:r>
            <a:r>
              <a:rPr lang="fr-FR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fr-FR" sz="1600" dirty="0" err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give</a:t>
            </a:r>
            <a:r>
              <a:rPr lang="fr-FR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the </a:t>
            </a:r>
            <a:r>
              <a:rPr lang="fr-FR" sz="1600" dirty="0" err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same</a:t>
            </a:r>
            <a:r>
              <a:rPr lang="fr-FR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fr-FR" sz="1600" dirty="0" err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result</a:t>
            </a:r>
            <a:r>
              <a:rPr lang="fr-FR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	</a:t>
            </a:r>
            <a:r>
              <a:rPr lang="fr-FR" sz="1600" dirty="0" err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so</a:t>
            </a:r>
            <a:r>
              <a:rPr lang="fr-FR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use &amp;.</a:t>
            </a:r>
            <a:endParaRPr lang="en-GB" sz="1600" dirty="0">
              <a:solidFill>
                <a:srgbClr val="00B05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96657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Boolean operators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62</a:t>
            </a:fld>
            <a:endParaRPr lang="fr-FR" altLang="fr-FR"/>
          </a:p>
        </p:txBody>
      </p:sp>
      <p:graphicFrame>
        <p:nvGraphicFramePr>
          <p:cNvPr id="5" name="Tableau 6">
            <a:extLst>
              <a:ext uri="{FF2B5EF4-FFF2-40B4-BE49-F238E27FC236}">
                <a16:creationId xmlns:a16="http://schemas.microsoft.com/office/drawing/2014/main" id="{A40D6055-0BE9-1F3E-427C-22C3A6CCBE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831614"/>
              </p:ext>
            </p:extLst>
          </p:nvPr>
        </p:nvGraphicFramePr>
        <p:xfrm>
          <a:off x="2052000" y="2541580"/>
          <a:ext cx="5040000" cy="17748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147683711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33522686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b="0" i="0" noProof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i="0" noProof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Pandas / NumPy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51993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i="0" noProof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noProof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&amp; or np.logical_and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652332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GB" b="0" i="0" noProof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noProof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| or np.logical_or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812517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GB" b="0" i="0" noProof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not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noProof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~ or </a:t>
                      </a:r>
                      <a:r>
                        <a:rPr lang="en-GB" b="0" i="0" noProof="0" dirty="0" err="1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np.logical_not</a:t>
                      </a:r>
                      <a:endParaRPr lang="en-GB" b="0" i="0" noProof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2669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568311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None/>
            </a:pPr>
            <a:r>
              <a:rPr lang="en-GB" sz="2800" dirty="0">
                <a:solidFill>
                  <a:srgbClr val="00009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If, </a:t>
            </a:r>
            <a:r>
              <a:rPr lang="en-GB" sz="2800" dirty="0" err="1">
                <a:solidFill>
                  <a:srgbClr val="00009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elif</a:t>
            </a:r>
            <a:r>
              <a:rPr lang="en-GB" sz="2800" dirty="0">
                <a:solidFill>
                  <a:srgbClr val="00009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, else o</a:t>
            </a: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perators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63</a:t>
            </a:fld>
            <a:endParaRPr lang="fr-FR" altLang="fr-FR"/>
          </a:p>
        </p:txBody>
      </p:sp>
      <p:sp>
        <p:nvSpPr>
          <p:cNvPr id="4" name="ZoneTexte 5">
            <a:extLst>
              <a:ext uri="{FF2B5EF4-FFF2-40B4-BE49-F238E27FC236}">
                <a16:creationId xmlns:a16="http://schemas.microsoft.com/office/drawing/2014/main" id="{8CD2A875-17AC-3D25-A649-E1452397F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37" y="1782396"/>
            <a:ext cx="3270423" cy="35886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 condition :</a:t>
            </a:r>
          </a:p>
          <a:p>
            <a:pPr>
              <a:buNone/>
            </a:pPr>
            <a:r>
              <a:rPr lang="en-GB" sz="1600" b="0" i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expression</a:t>
            </a:r>
          </a:p>
          <a:p>
            <a:pPr>
              <a:buNone/>
            </a:pPr>
            <a:endParaRPr lang="en-GB" sz="1600" dirty="0">
              <a:solidFill>
                <a:srgbClr val="00B05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b="0" i="0" dirty="0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# example</a:t>
            </a:r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b="0" i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>
                <a:solidFill>
                  <a:srgbClr val="8100C2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z == </a:t>
            </a:r>
            <a:r>
              <a:rPr lang="en-GB" sz="1600" dirty="0">
                <a:solidFill>
                  <a:srgbClr val="00808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</a:t>
            </a:r>
            <a:r>
              <a:rPr lang="en-GB" sz="1600" dirty="0">
                <a:solidFill>
                  <a:srgbClr val="2B303B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</a:p>
          <a:p>
            <a:pPr>
              <a:buNone/>
            </a:pPr>
            <a:r>
              <a:rPr lang="en-GB" sz="1600" dirty="0">
                <a:solidFill>
                  <a:srgbClr val="0051C2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print</a:t>
            </a:r>
            <a:r>
              <a:rPr lang="en-GB" sz="1600" dirty="0">
                <a:solidFill>
                  <a:srgbClr val="2B303B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GB" sz="1600" dirty="0">
                <a:solidFill>
                  <a:srgbClr val="00800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"victory"</a:t>
            </a:r>
            <a:r>
              <a:rPr lang="en-GB" sz="1600" dirty="0">
                <a:solidFill>
                  <a:srgbClr val="2B303B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</a:p>
          <a:p>
            <a:pPr>
              <a:buNone/>
            </a:pP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# when z = 3</a:t>
            </a:r>
          </a:p>
          <a:p>
            <a:pPr>
              <a:buNone/>
            </a:pPr>
            <a:r>
              <a:rPr lang="en-GB" sz="1600" b="0" i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victory</a:t>
            </a:r>
          </a:p>
          <a:p>
            <a:pPr>
              <a:buNone/>
            </a:pP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# when z = 4</a:t>
            </a:r>
          </a:p>
          <a:p>
            <a:pPr>
              <a:buNone/>
            </a:pPr>
            <a:r>
              <a:rPr lang="en-GB" sz="1600" b="0" i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… </a:t>
            </a:r>
          </a:p>
          <a:p>
            <a:pPr>
              <a:buNone/>
            </a:pPr>
            <a:endParaRPr lang="en-GB" sz="1600" dirty="0">
              <a:solidFill>
                <a:srgbClr val="00B05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E3ED5A8-43E1-B774-9B3D-18717A3B3BC9}"/>
              </a:ext>
            </a:extLst>
          </p:cNvPr>
          <p:cNvSpPr txBox="1"/>
          <p:nvPr/>
        </p:nvSpPr>
        <p:spPr>
          <a:xfrm>
            <a:off x="4267200" y="1782396"/>
            <a:ext cx="407104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b="0" i="0" dirty="0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add a condition : else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>
                <a:solidFill>
                  <a:srgbClr val="8100C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z == </a:t>
            </a:r>
            <a:r>
              <a:rPr lang="en-GB" sz="1600" dirty="0">
                <a:solidFill>
                  <a:srgbClr val="0080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</a:t>
            </a:r>
            <a:r>
              <a:rPr lang="en-GB" sz="1600" dirty="0">
                <a:solidFill>
                  <a:srgbClr val="2B303B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</a:p>
          <a:p>
            <a:pPr>
              <a:buNone/>
            </a:pPr>
            <a:r>
              <a:rPr lang="en-GB" sz="1600" dirty="0">
                <a:solidFill>
                  <a:srgbClr val="0051C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print</a:t>
            </a:r>
            <a:r>
              <a:rPr lang="en-GB" sz="1600" dirty="0">
                <a:solidFill>
                  <a:srgbClr val="2B303B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GB" sz="1600" dirty="0">
                <a:solidFill>
                  <a:srgbClr val="008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"victory"</a:t>
            </a:r>
            <a:r>
              <a:rPr lang="en-GB" sz="1600" dirty="0">
                <a:solidFill>
                  <a:srgbClr val="2B303B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pPr>
              <a:buNone/>
            </a:pPr>
            <a:r>
              <a:rPr lang="en-GB" sz="1600" dirty="0">
                <a:solidFill>
                  <a:srgbClr val="2B303B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# all other cases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>
                <a:solidFill>
                  <a:srgbClr val="8100C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else</a:t>
            </a:r>
            <a:r>
              <a:rPr lang="en-GB" sz="1600" dirty="0">
                <a:solidFill>
                  <a:srgbClr val="2B303B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  <a:endParaRPr lang="en-GB" sz="1600" dirty="0">
              <a:solidFill>
                <a:srgbClr val="00B05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solidFill>
                  <a:srgbClr val="0051C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print</a:t>
            </a:r>
            <a:r>
              <a:rPr lang="en-GB" sz="1600" dirty="0">
                <a:solidFill>
                  <a:srgbClr val="2B303B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GB" sz="1600" dirty="0">
                <a:solidFill>
                  <a:srgbClr val="008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"defeat"</a:t>
            </a:r>
            <a:r>
              <a:rPr lang="en-GB" sz="1600" dirty="0">
                <a:solidFill>
                  <a:srgbClr val="2B303B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 </a:t>
            </a:r>
          </a:p>
          <a:p>
            <a:pPr>
              <a:buNone/>
            </a:pP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</a:p>
          <a:p>
            <a:pPr>
              <a:buNone/>
            </a:pP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# when z = 3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victory</a:t>
            </a:r>
          </a:p>
          <a:p>
            <a:pPr>
              <a:buNone/>
            </a:pP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# when z = 4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defeat</a:t>
            </a:r>
          </a:p>
          <a:p>
            <a:pPr>
              <a:buNone/>
            </a:pP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# when z = 5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defeat	</a:t>
            </a:r>
          </a:p>
          <a:p>
            <a:pPr>
              <a:buNone/>
            </a:pPr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32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None/>
            </a:pPr>
            <a:r>
              <a:rPr lang="en-GB" sz="2800" dirty="0">
                <a:solidFill>
                  <a:srgbClr val="00009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If, </a:t>
            </a:r>
            <a:r>
              <a:rPr lang="en-GB" sz="2800" dirty="0" err="1">
                <a:solidFill>
                  <a:srgbClr val="00009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elif</a:t>
            </a:r>
            <a:r>
              <a:rPr lang="en-GB" sz="2800" dirty="0">
                <a:solidFill>
                  <a:srgbClr val="00009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, else o</a:t>
            </a: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perators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64</a:t>
            </a:fld>
            <a:endParaRPr lang="fr-FR" alt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EE04A59-7E3E-9EFB-EC02-709EE936F64B}"/>
              </a:ext>
            </a:extLst>
          </p:cNvPr>
          <p:cNvSpPr txBox="1"/>
          <p:nvPr/>
        </p:nvSpPr>
        <p:spPr>
          <a:xfrm>
            <a:off x="453765" y="1289953"/>
            <a:ext cx="823647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b="0" i="0" dirty="0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add a specifi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 condition</a:t>
            </a:r>
            <a:r>
              <a:rPr lang="en-GB" sz="1600" b="0" i="0" dirty="0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: 	</a:t>
            </a:r>
            <a:r>
              <a:rPr lang="en-GB" sz="1600" b="0" i="0" dirty="0" err="1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elif</a:t>
            </a:r>
            <a:endParaRPr lang="en-GB" sz="1600" b="0" i="0" dirty="0">
              <a:solidFill>
                <a:srgbClr val="00B050"/>
              </a:solidFill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endParaRPr lang="en-GB" sz="1600" b="0" i="0" dirty="0">
              <a:solidFill>
                <a:srgbClr val="00B050"/>
              </a:solidFill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>
                <a:solidFill>
                  <a:srgbClr val="8100C2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z == </a:t>
            </a:r>
            <a:r>
              <a:rPr lang="en-GB" sz="1600" dirty="0">
                <a:solidFill>
                  <a:srgbClr val="00808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</a:t>
            </a:r>
            <a:r>
              <a:rPr lang="en-GB" sz="1600" dirty="0">
                <a:solidFill>
                  <a:srgbClr val="2B303B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</a:p>
          <a:p>
            <a:pPr>
              <a:buNone/>
            </a:pPr>
            <a:r>
              <a:rPr lang="en-GB" sz="1600" dirty="0">
                <a:solidFill>
                  <a:srgbClr val="0051C2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print</a:t>
            </a:r>
            <a:r>
              <a:rPr lang="en-GB" sz="1600" dirty="0">
                <a:solidFill>
                  <a:srgbClr val="2B303B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GB" sz="1600" dirty="0">
                <a:solidFill>
                  <a:srgbClr val="00800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"victory"</a:t>
            </a:r>
            <a:r>
              <a:rPr lang="en-GB" sz="1600" dirty="0">
                <a:solidFill>
                  <a:srgbClr val="2B303B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pPr>
              <a:buNone/>
            </a:pPr>
            <a:r>
              <a:rPr lang="en-GB" sz="1600" dirty="0">
                <a:solidFill>
                  <a:srgbClr val="2B303B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evaluated only if the previous condition is False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</a:p>
          <a:p>
            <a:pPr>
              <a:buNone/>
            </a:pPr>
            <a:r>
              <a:rPr lang="en-GB" sz="1600" dirty="0">
                <a:solidFill>
                  <a:srgbClr val="8100C2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 err="1">
                <a:solidFill>
                  <a:srgbClr val="8100C2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elif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z == </a:t>
            </a:r>
            <a:r>
              <a:rPr lang="en-GB" sz="1600" dirty="0">
                <a:solidFill>
                  <a:srgbClr val="00808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</a:t>
            </a:r>
            <a:r>
              <a:rPr lang="en-GB" sz="1600" dirty="0">
                <a:solidFill>
                  <a:srgbClr val="2B303B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  <a:endParaRPr lang="en-GB" sz="1600" dirty="0">
              <a:solidFill>
                <a:srgbClr val="00B05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solidFill>
                  <a:srgbClr val="0051C2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print</a:t>
            </a:r>
            <a:r>
              <a:rPr lang="en-GB" sz="1600" dirty="0">
                <a:solidFill>
                  <a:srgbClr val="2B303B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GB" sz="1600" dirty="0">
                <a:solidFill>
                  <a:srgbClr val="00800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"draw"</a:t>
            </a:r>
            <a:r>
              <a:rPr lang="en-GB" sz="1600" dirty="0">
                <a:solidFill>
                  <a:srgbClr val="2B303B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all other cases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solidFill>
                  <a:srgbClr val="8100C2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else</a:t>
            </a:r>
            <a:r>
              <a:rPr lang="en-GB" sz="1600" dirty="0">
                <a:solidFill>
                  <a:srgbClr val="2B303B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  <a:endParaRPr lang="en-GB" sz="1600" dirty="0">
              <a:solidFill>
                <a:srgbClr val="00B05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solidFill>
                  <a:srgbClr val="0051C2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print</a:t>
            </a:r>
            <a:r>
              <a:rPr lang="en-GB" sz="1600" dirty="0">
                <a:solidFill>
                  <a:srgbClr val="2B303B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GB" sz="1600" dirty="0">
                <a:solidFill>
                  <a:srgbClr val="00800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"defeat"</a:t>
            </a:r>
            <a:r>
              <a:rPr lang="en-GB" sz="1600" dirty="0">
                <a:solidFill>
                  <a:srgbClr val="2B303B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</a:p>
          <a:p>
            <a:pPr>
              <a:buNone/>
            </a:pP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</a:p>
          <a:p>
            <a:pPr>
              <a:buNone/>
            </a:pP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# when z = 3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victory</a:t>
            </a:r>
          </a:p>
          <a:p>
            <a:pPr>
              <a:buNone/>
            </a:pP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# when z = 4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draw</a:t>
            </a:r>
          </a:p>
          <a:p>
            <a:pPr>
              <a:buNone/>
            </a:pP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# when z = 5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&gt;&gt;&gt; defeat	</a:t>
            </a:r>
          </a:p>
        </p:txBody>
      </p:sp>
    </p:spTree>
    <p:extLst>
      <p:ext uri="{BB962C8B-B14F-4D97-AF65-F5344CB8AC3E}">
        <p14:creationId xmlns:p14="http://schemas.microsoft.com/office/powerpoint/2010/main" val="220552328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52D859-0C50-7F9D-08D8-889E44EA8AC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 b="0" dirty="0">
                <a:latin typeface="Calibri Light" panose="020F0302020204030204" pitchFamily="34" charset="0"/>
                <a:cs typeface="Calibri Light" panose="020F0302020204030204" pitchFamily="34" charset="0"/>
              </a:rPr>
              <a:t>Let’s </a:t>
            </a:r>
            <a:r>
              <a:rPr lang="en-GB" b="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practice</a:t>
            </a:r>
            <a:endParaRPr lang="en-GB" b="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020A21A7-612B-6347-D3EE-68C45DD91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2313" y="5315045"/>
            <a:ext cx="1013188" cy="1110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5">
            <a:extLst>
              <a:ext uri="{FF2B5EF4-FFF2-40B4-BE49-F238E27FC236}">
                <a16:creationId xmlns:a16="http://schemas.microsoft.com/office/drawing/2014/main" id="{CE8F8177-7C68-53C8-EB5D-82B3F9976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45830"/>
            <a:ext cx="3818965" cy="923330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0"/>
              </a:spcBef>
            </a:pPr>
            <a:r>
              <a:rPr lang="en-GB" altLang="fr-FR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19-comparison_operators.py</a:t>
            </a:r>
          </a:p>
          <a:p>
            <a:pPr marL="285750" indent="-285750">
              <a:spcBef>
                <a:spcPct val="0"/>
              </a:spcBef>
            </a:pPr>
            <a:r>
              <a:rPr lang="en-GB" altLang="fr-FR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20-boolean_operators.py</a:t>
            </a:r>
          </a:p>
          <a:p>
            <a:pPr marL="285750" indent="-285750">
              <a:spcBef>
                <a:spcPct val="0"/>
              </a:spcBef>
            </a:pPr>
            <a:r>
              <a:rPr lang="en-GB" altLang="fr-FR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21-condition_operators.py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6451721-C369-77FF-A86D-964E16756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A72896F-8785-9134-7307-EA24701A4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644B14-5C44-904A-A7D8-F9A5236995E2}" type="slidenum">
              <a:rPr lang="fr-FR" altLang="fr-FR" smtClean="0"/>
              <a:pPr>
                <a:defRPr/>
              </a:pPr>
              <a:t>65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38157571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None/>
            </a:pPr>
            <a:r>
              <a:rPr lang="en-GB" sz="2800" dirty="0">
                <a:solidFill>
                  <a:srgbClr val="00009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Filtering a </a:t>
            </a:r>
            <a:r>
              <a:rPr lang="en-GB" sz="2800" dirty="0" err="1">
                <a:solidFill>
                  <a:srgbClr val="00009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dataframe</a:t>
            </a:r>
            <a:endParaRPr lang="en-GB" altLang="fr-FR" sz="2800" dirty="0">
              <a:solidFill>
                <a:srgbClr val="00009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66</a:t>
            </a:fld>
            <a:endParaRPr lang="fr-FR" altLang="fr-FR"/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BF915B79-FE87-C42A-307C-C89AA912BC19}"/>
              </a:ext>
            </a:extLst>
          </p:cNvPr>
          <p:cNvGrpSpPr/>
          <p:nvPr/>
        </p:nvGrpSpPr>
        <p:grpSpPr>
          <a:xfrm>
            <a:off x="564732" y="1361653"/>
            <a:ext cx="8014533" cy="4134694"/>
            <a:chOff x="564732" y="1515656"/>
            <a:chExt cx="8014533" cy="4134694"/>
          </a:xfrm>
        </p:grpSpPr>
        <p:sp>
          <p:nvSpPr>
            <p:cNvPr id="4" name="ZoneTexte 5">
              <a:extLst>
                <a:ext uri="{FF2B5EF4-FFF2-40B4-BE49-F238E27FC236}">
                  <a16:creationId xmlns:a16="http://schemas.microsoft.com/office/drawing/2014/main" id="{425C9027-34BA-42DB-BF6A-DF7FB96CDF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4734" y="1515656"/>
              <a:ext cx="8014531" cy="9294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buNone/>
              </a:pPr>
              <a:r>
                <a:rPr lang="en-GB" sz="16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	</a:t>
              </a:r>
              <a:r>
                <a:rPr lang="en-GB" sz="1600" b="0" dirty="0">
                  <a:solidFill>
                    <a:srgbClr val="00B050"/>
                  </a:solidFill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# </a:t>
              </a:r>
              <a:r>
                <a:rPr lang="en-GB" sz="1600" dirty="0" err="1">
                  <a:solidFill>
                    <a:srgbClr val="00B05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DataFrame</a:t>
              </a:r>
              <a:r>
                <a:rPr lang="en-GB" sz="1600" dirty="0">
                  <a:solidFill>
                    <a:srgbClr val="00B05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 from csv</a:t>
              </a:r>
            </a:p>
            <a:p>
              <a:pPr>
                <a:buNone/>
              </a:pPr>
              <a:r>
                <a:rPr lang="en-GB" sz="1600" dirty="0">
                  <a:solidFill>
                    <a:srgbClr val="00B05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	</a:t>
              </a:r>
              <a:r>
                <a:rPr lang="en-GB" sz="1600" dirty="0">
                  <a:solidFill>
                    <a:srgbClr val="C0000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import pandas as pd</a:t>
              </a:r>
            </a:p>
            <a:p>
              <a:pPr>
                <a:buNone/>
              </a:pPr>
              <a:r>
                <a:rPr lang="en-GB" sz="1600" b="0" dirty="0">
                  <a:solidFill>
                    <a:srgbClr val="00B050"/>
                  </a:solidFill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	</a:t>
              </a:r>
              <a:r>
                <a:rPr lang="en-GB" sz="1600" dirty="0" err="1">
                  <a:solidFill>
                    <a:srgbClr val="C0000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brics</a:t>
              </a:r>
              <a:r>
                <a:rPr lang="en-GB" sz="1600" dirty="0">
                  <a:solidFill>
                    <a:srgbClr val="C0000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 = </a:t>
              </a:r>
              <a:r>
                <a:rPr lang="en-GB" sz="1600" dirty="0" err="1">
                  <a:solidFill>
                    <a:srgbClr val="C0000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pd.read_csv</a:t>
              </a:r>
              <a:r>
                <a:rPr lang="en-GB" sz="1600" dirty="0">
                  <a:solidFill>
                    <a:srgbClr val="C0000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(</a:t>
              </a:r>
              <a:r>
                <a:rPr lang="en-GB" sz="1600" dirty="0"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"/path/</a:t>
              </a:r>
              <a:r>
                <a:rPr lang="en-GB" sz="1600" dirty="0" err="1"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brics.csv</a:t>
              </a:r>
              <a:r>
                <a:rPr lang="en-GB" sz="1600" dirty="0"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"</a:t>
              </a:r>
              <a:r>
                <a:rPr lang="en-GB" sz="1600" dirty="0">
                  <a:solidFill>
                    <a:srgbClr val="C0000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)</a:t>
              </a:r>
              <a:endParaRPr lang="en-GB" sz="1600" b="0" dirty="0">
                <a:solidFill>
                  <a:srgbClr val="C0000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B0E0BAA4-3963-9B24-8DAD-CB361D41C5F1}"/>
                </a:ext>
              </a:extLst>
            </p:cNvPr>
            <p:cNvSpPr txBox="1"/>
            <p:nvPr/>
          </p:nvSpPr>
          <p:spPr>
            <a:xfrm>
              <a:off x="564733" y="2699684"/>
              <a:ext cx="8014531" cy="15696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fr-FR" sz="16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	country			capital 		area 		population</a:t>
              </a:r>
            </a:p>
            <a:p>
              <a:pPr>
                <a:buNone/>
              </a:pPr>
              <a:r>
                <a:rPr lang="fr-FR" sz="16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   </a:t>
              </a:r>
              <a:r>
                <a:rPr lang="fr-FR" sz="1600" dirty="0"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Brazil 			Brasilia 		8.516 		200.40</a:t>
              </a:r>
            </a:p>
            <a:p>
              <a:pPr>
                <a:buNone/>
              </a:pPr>
              <a:r>
                <a:rPr lang="fr-FR" sz="16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1   </a:t>
              </a:r>
              <a:r>
                <a:rPr lang="fr-FR" sz="1600" dirty="0" err="1"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Russia</a:t>
              </a:r>
              <a:r>
                <a:rPr lang="fr-FR" sz="1600" dirty="0"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 			Moscow 			17.100 		143.50</a:t>
              </a:r>
            </a:p>
            <a:p>
              <a:pPr>
                <a:buNone/>
              </a:pPr>
              <a:r>
                <a:rPr lang="fr-FR" sz="16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2   </a:t>
              </a:r>
              <a:r>
                <a:rPr lang="fr-FR" sz="1600" dirty="0" err="1"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India</a:t>
              </a:r>
              <a:r>
                <a:rPr lang="fr-FR" sz="1600" dirty="0"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 			New Delhi 		3.286 		1252.00</a:t>
              </a:r>
            </a:p>
            <a:p>
              <a:pPr>
                <a:buNone/>
              </a:pPr>
              <a:r>
                <a:rPr lang="fr-FR" sz="16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3   </a:t>
              </a:r>
              <a:r>
                <a:rPr lang="fr-FR" sz="1600" dirty="0"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China 			Beijing 		9.597 		1357.00</a:t>
              </a:r>
            </a:p>
            <a:p>
              <a:pPr>
                <a:buNone/>
              </a:pPr>
              <a:r>
                <a:rPr lang="fr-FR" sz="16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4   </a:t>
              </a:r>
              <a:r>
                <a:rPr lang="fr-FR" sz="1600" dirty="0"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South </a:t>
              </a:r>
              <a:r>
                <a:rPr lang="fr-FR" sz="1600" dirty="0" err="1"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Africa</a:t>
              </a:r>
              <a:r>
                <a:rPr lang="fr-FR" sz="1600" dirty="0"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 	Pretoria 		1.221 		52.98</a:t>
              </a:r>
              <a:endParaRPr lang="fr-FR" sz="1600" dirty="0">
                <a:solidFill>
                  <a:srgbClr val="CCCCCC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7" name="ZoneTexte 5">
              <a:extLst>
                <a:ext uri="{FF2B5EF4-FFF2-40B4-BE49-F238E27FC236}">
                  <a16:creationId xmlns:a16="http://schemas.microsoft.com/office/drawing/2014/main" id="{99CB9944-2336-FC9D-7AFC-F9E8B641CF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4732" y="4523888"/>
              <a:ext cx="8014531" cy="11264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buNone/>
              </a:pPr>
              <a:r>
                <a:rPr lang="en-GB" sz="16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	</a:t>
              </a:r>
              <a:r>
                <a:rPr lang="en-GB" sz="1600" b="0" dirty="0">
                  <a:solidFill>
                    <a:srgbClr val="00B050"/>
                  </a:solidFill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# </a:t>
              </a:r>
              <a:r>
                <a:rPr lang="en-GB" sz="1600" dirty="0">
                  <a:solidFill>
                    <a:srgbClr val="00B05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Select countries with area over 8 millions km2 ?</a:t>
              </a:r>
            </a:p>
            <a:p>
              <a:pPr>
                <a:buNone/>
              </a:pPr>
              <a:r>
                <a:rPr lang="en-GB" sz="1600" dirty="0">
                  <a:solidFill>
                    <a:srgbClr val="00B05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	# Step 1 : get the column </a:t>
              </a:r>
              <a:br>
                <a:rPr lang="en-GB" sz="1600" dirty="0">
                  <a:solidFill>
                    <a:srgbClr val="00B05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</a:br>
              <a:r>
                <a:rPr lang="en-GB" sz="1600" dirty="0">
                  <a:solidFill>
                    <a:srgbClr val="00B05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	# Step 2 : do comparison on the column</a:t>
              </a:r>
              <a:br>
                <a:rPr lang="en-GB" sz="1600" dirty="0">
                  <a:solidFill>
                    <a:srgbClr val="00B05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</a:br>
              <a:r>
                <a:rPr lang="en-GB" sz="1600" dirty="0">
                  <a:solidFill>
                    <a:srgbClr val="00B05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	# Step 3 : use result to select the countries</a:t>
              </a:r>
              <a:endParaRPr lang="en-GB" sz="1600" b="0" dirty="0">
                <a:solidFill>
                  <a:srgbClr val="C0000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76795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None/>
            </a:pPr>
            <a:r>
              <a:rPr lang="en-GB" sz="2800" dirty="0">
                <a:solidFill>
                  <a:srgbClr val="00009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Filtering a </a:t>
            </a:r>
            <a:r>
              <a:rPr lang="en-GB" sz="2800" dirty="0" err="1">
                <a:solidFill>
                  <a:srgbClr val="00009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dataframe</a:t>
            </a:r>
            <a:endParaRPr lang="en-GB" altLang="fr-FR" sz="2800" dirty="0">
              <a:solidFill>
                <a:srgbClr val="00009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67</a:t>
            </a:fld>
            <a:endParaRPr lang="fr-FR" alt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0E0BAA4-3963-9B24-8DAD-CB361D41C5F1}"/>
              </a:ext>
            </a:extLst>
          </p:cNvPr>
          <p:cNvSpPr txBox="1"/>
          <p:nvPr/>
        </p:nvSpPr>
        <p:spPr>
          <a:xfrm>
            <a:off x="564730" y="1041078"/>
            <a:ext cx="8014531" cy="15696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country			capital 		area 		population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   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Brazil 			Brasilia 		8.516 		200.40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   </a:t>
            </a:r>
            <a:r>
              <a:rPr lang="fr-FR" sz="16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Russia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			Moscow 			17.100 		143.50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   </a:t>
            </a:r>
            <a:r>
              <a:rPr lang="fr-FR" sz="16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India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			New Delhi 		3.286 		1252.00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   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China 			Beijing 		9.597 		1357.00</a:t>
            </a:r>
          </a:p>
          <a:p>
            <a:pPr>
              <a:buNone/>
            </a:pP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   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South </a:t>
            </a:r>
            <a:r>
              <a:rPr lang="fr-FR" sz="16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Africa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	Pretoria 		1.221 		52.98</a:t>
            </a:r>
            <a:endParaRPr lang="fr-FR" sz="1600" dirty="0">
              <a:solidFill>
                <a:srgbClr val="CCCCCC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7" name="ZoneTexte 5">
            <a:extLst>
              <a:ext uri="{FF2B5EF4-FFF2-40B4-BE49-F238E27FC236}">
                <a16:creationId xmlns:a16="http://schemas.microsoft.com/office/drawing/2014/main" id="{99CB9944-2336-FC9D-7AFC-F9E8B641C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729" y="2610738"/>
            <a:ext cx="8014531" cy="38841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pandas as pd</a:t>
            </a:r>
          </a:p>
          <a:p>
            <a:pPr>
              <a:buNone/>
            </a:pP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brics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pd.read_csv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("/path/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brics.csv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</a:t>
            </a:r>
          </a:p>
          <a:p>
            <a:pPr>
              <a:buNone/>
            </a:pP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Step 1: get the column</a:t>
            </a:r>
          </a:p>
          <a:p>
            <a:pPr>
              <a:buNone/>
            </a:pP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brics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["area"]                 # a pandas Series</a:t>
            </a:r>
          </a:p>
          <a:p>
            <a:pPr>
              <a:buNone/>
            </a:pP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Step 2: do comparison on the column</a:t>
            </a:r>
          </a:p>
          <a:p>
            <a:pPr>
              <a:buNone/>
            </a:pP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is_huge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brics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["area"] &gt; 8   #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boolean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Series</a:t>
            </a:r>
          </a:p>
          <a:p>
            <a:pPr>
              <a:buNone/>
            </a:pP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Step 3: use the result to select the countries</a:t>
            </a:r>
          </a:p>
          <a:p>
            <a:pPr>
              <a:buNone/>
            </a:pP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brics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is_huge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country  capital  area  population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0  Brazil  Brasilia  8.516  200.40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1  Russia  Moscow   17.100  143.50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3  China   Beijing   9.597 1357.00</a:t>
            </a:r>
            <a:endParaRPr lang="en-GB" sz="1600" b="0" dirty="0">
              <a:solidFill>
                <a:srgbClr val="C00000"/>
              </a:solidFill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129302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None/>
            </a:pPr>
            <a:r>
              <a:rPr lang="en-GB" sz="2800" dirty="0">
                <a:solidFill>
                  <a:srgbClr val="00009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Filtering a </a:t>
            </a:r>
            <a:r>
              <a:rPr lang="en-GB" sz="2800" dirty="0" err="1">
                <a:solidFill>
                  <a:srgbClr val="00009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</a:t>
            </a:r>
            <a:r>
              <a:rPr lang="en-GB" sz="2800" dirty="0" err="1">
                <a:solidFill>
                  <a:srgbClr val="00009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ataFrame</a:t>
            </a:r>
            <a:endParaRPr lang="en-GB" altLang="fr-FR" sz="2800" dirty="0">
              <a:solidFill>
                <a:srgbClr val="00009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68</a:t>
            </a:fld>
            <a:endParaRPr lang="fr-FR" altLang="fr-FR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E78A1288-3B37-C650-8B1A-2EA3E8FAEBFD}"/>
              </a:ext>
            </a:extLst>
          </p:cNvPr>
          <p:cNvGrpSpPr/>
          <p:nvPr/>
        </p:nvGrpSpPr>
        <p:grpSpPr>
          <a:xfrm>
            <a:off x="564729" y="1361307"/>
            <a:ext cx="8014537" cy="4135387"/>
            <a:chOff x="564729" y="1041078"/>
            <a:chExt cx="8014537" cy="4135387"/>
          </a:xfrm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B0E0BAA4-3963-9B24-8DAD-CB361D41C5F1}"/>
                </a:ext>
              </a:extLst>
            </p:cNvPr>
            <p:cNvSpPr txBox="1"/>
            <p:nvPr/>
          </p:nvSpPr>
          <p:spPr>
            <a:xfrm>
              <a:off x="564735" y="1041078"/>
              <a:ext cx="8014531" cy="15696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fr-FR" sz="16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	country			capital 		area 		population</a:t>
              </a:r>
            </a:p>
            <a:p>
              <a:pPr>
                <a:buNone/>
              </a:pPr>
              <a:r>
                <a:rPr lang="fr-FR" sz="1600" dirty="0">
                  <a:solidFill>
                    <a:srgbClr val="C0000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   </a:t>
              </a:r>
              <a:r>
                <a:rPr lang="fr-FR" sz="1600" dirty="0">
                  <a:solidFill>
                    <a:srgbClr val="C00000"/>
                  </a:solidFill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Brazil 			Brasilia 		8.516 		200.40</a:t>
              </a:r>
            </a:p>
            <a:p>
              <a:pPr>
                <a:buNone/>
              </a:pPr>
              <a:r>
                <a:rPr lang="fr-FR" sz="1600" dirty="0">
                  <a:solidFill>
                    <a:srgbClr val="C0000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1   </a:t>
              </a:r>
              <a:r>
                <a:rPr lang="fr-FR" sz="1600" dirty="0" err="1">
                  <a:solidFill>
                    <a:srgbClr val="C00000"/>
                  </a:solidFill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Russia</a:t>
              </a:r>
              <a:r>
                <a:rPr lang="fr-FR" sz="1600" dirty="0">
                  <a:solidFill>
                    <a:srgbClr val="C00000"/>
                  </a:solidFill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 			Moscow 			17.100 		143.50</a:t>
              </a:r>
            </a:p>
            <a:p>
              <a:pPr>
                <a:buNone/>
              </a:pPr>
              <a:r>
                <a:rPr lang="fr-FR" sz="16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2   </a:t>
              </a:r>
              <a:r>
                <a:rPr lang="fr-FR" sz="1600" dirty="0" err="1"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India</a:t>
              </a:r>
              <a:r>
                <a:rPr lang="fr-FR" sz="1600" dirty="0"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 			New Delhi 		3.286 		1252.00</a:t>
              </a:r>
            </a:p>
            <a:p>
              <a:pPr>
                <a:buNone/>
              </a:pPr>
              <a:r>
                <a:rPr lang="fr-FR" sz="1600" dirty="0">
                  <a:solidFill>
                    <a:srgbClr val="C0000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3   </a:t>
              </a:r>
              <a:r>
                <a:rPr lang="fr-FR" sz="1600" dirty="0">
                  <a:solidFill>
                    <a:srgbClr val="C00000"/>
                  </a:solidFill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China 			Beijing 		9.597 		1357.00</a:t>
              </a:r>
            </a:p>
            <a:p>
              <a:pPr>
                <a:buNone/>
              </a:pPr>
              <a:r>
                <a:rPr lang="fr-FR" sz="16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4   </a:t>
              </a:r>
              <a:r>
                <a:rPr lang="fr-FR" sz="1600" dirty="0"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South </a:t>
              </a:r>
              <a:r>
                <a:rPr lang="fr-FR" sz="1600" dirty="0" err="1"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Africa</a:t>
              </a:r>
              <a:r>
                <a:rPr lang="fr-FR" sz="1600" dirty="0"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 	Pretoria 		1.221 		52.98</a:t>
              </a:r>
              <a:endParaRPr lang="fr-FR" sz="1600" dirty="0">
                <a:solidFill>
                  <a:srgbClr val="CCCCCC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7" name="ZoneTexte 5">
              <a:extLst>
                <a:ext uri="{FF2B5EF4-FFF2-40B4-BE49-F238E27FC236}">
                  <a16:creationId xmlns:a16="http://schemas.microsoft.com/office/drawing/2014/main" id="{99CB9944-2336-FC9D-7AFC-F9E8B641CF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4729" y="2769652"/>
              <a:ext cx="8014531" cy="240681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buNone/>
              </a:pPr>
              <a:r>
                <a:rPr lang="en-GB" sz="1600" b="0" dirty="0">
                  <a:solidFill>
                    <a:srgbClr val="00B050"/>
                  </a:solidFill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# faster way</a:t>
              </a:r>
            </a:p>
            <a:p>
              <a:pPr>
                <a:buNone/>
              </a:pPr>
              <a:r>
                <a:rPr lang="en-GB" sz="1600" dirty="0" err="1">
                  <a:solidFill>
                    <a:srgbClr val="C0000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brics</a:t>
              </a:r>
              <a:r>
                <a:rPr lang="en-GB" sz="1600" dirty="0">
                  <a:solidFill>
                    <a:srgbClr val="C0000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[</a:t>
              </a:r>
              <a:r>
                <a:rPr lang="en-GB" sz="1600" dirty="0" err="1">
                  <a:solidFill>
                    <a:srgbClr val="C0000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brics</a:t>
              </a:r>
              <a:r>
                <a:rPr lang="en-GB" sz="1600" dirty="0">
                  <a:solidFill>
                    <a:srgbClr val="C0000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["area"] &gt; 8]</a:t>
              </a:r>
            </a:p>
            <a:p>
              <a:pPr>
                <a:buNone/>
              </a:pPr>
              <a:r>
                <a:rPr lang="en-GB" sz="16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&gt;&gt;&gt;</a:t>
              </a:r>
            </a:p>
            <a:p>
              <a:pPr>
                <a:buNone/>
              </a:pPr>
              <a:r>
                <a:rPr lang="en-GB" sz="16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   country  capital  area  population</a:t>
              </a:r>
            </a:p>
            <a:p>
              <a:pPr>
                <a:buNone/>
              </a:pPr>
              <a:r>
                <a:rPr lang="en-GB" sz="16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 0  Brazil  Brasilia  8.516  200.40</a:t>
              </a:r>
            </a:p>
            <a:p>
              <a:pPr>
                <a:buNone/>
              </a:pPr>
              <a:r>
                <a:rPr lang="en-GB" sz="16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 1  Russia  Moscow   17.100  143.50</a:t>
              </a:r>
            </a:p>
            <a:p>
              <a:pPr>
                <a:buNone/>
              </a:pPr>
              <a:r>
                <a:rPr lang="en-GB" sz="16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 3  China   Beijing   9.597 1357.00</a:t>
              </a:r>
              <a:endParaRPr lang="en-GB" sz="1600" b="0" dirty="0">
                <a:solidFill>
                  <a:srgbClr val="C0000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  <a:p>
              <a:pPr>
                <a:buNone/>
              </a:pPr>
              <a:endParaRPr lang="en-GB" sz="1600" b="0" dirty="0">
                <a:solidFill>
                  <a:srgbClr val="C0000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1056275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None/>
            </a:pPr>
            <a:r>
              <a:rPr lang="en-GB" sz="2800" dirty="0">
                <a:solidFill>
                  <a:srgbClr val="00009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Filtering a </a:t>
            </a:r>
            <a:r>
              <a:rPr lang="en-GB" sz="2800" dirty="0" err="1">
                <a:solidFill>
                  <a:srgbClr val="00009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</a:t>
            </a:r>
            <a:r>
              <a:rPr lang="en-GB" sz="2800" dirty="0" err="1">
                <a:solidFill>
                  <a:srgbClr val="00009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ataFrame</a:t>
            </a:r>
            <a:endParaRPr lang="en-GB" altLang="fr-FR" sz="2800" dirty="0">
              <a:solidFill>
                <a:srgbClr val="00009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69</a:t>
            </a:fld>
            <a:endParaRPr lang="fr-FR" altLang="fr-FR"/>
          </a:p>
        </p:txBody>
      </p:sp>
      <p:sp>
        <p:nvSpPr>
          <p:cNvPr id="7" name="ZoneTexte 5">
            <a:extLst>
              <a:ext uri="{FF2B5EF4-FFF2-40B4-BE49-F238E27FC236}">
                <a16:creationId xmlns:a16="http://schemas.microsoft.com/office/drawing/2014/main" id="{99CB9944-2336-FC9D-7AFC-F9E8B641C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719" y="1936158"/>
            <a:ext cx="8014531" cy="38841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GB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other ways</a:t>
            </a:r>
          </a:p>
          <a:p>
            <a:pPr>
              <a:buNone/>
            </a:pPr>
            <a:r>
              <a:rPr lang="en-GB" sz="16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numpy as np</a:t>
            </a:r>
          </a:p>
          <a:p>
            <a:pPr>
              <a:buNone/>
            </a:pP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brics[np.logical_and(brics["area"] &gt; 8, brics["area"] &lt; 15)]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country  capital  area  population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0  Brazil  Brasilia  8.516  200.40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3  China   Beijing   9.597 1357.00</a:t>
            </a:r>
            <a:endParaRPr lang="en-GB" sz="1600" b="0" dirty="0">
              <a:solidFill>
                <a:srgbClr val="C00000"/>
              </a:solidFill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endParaRPr lang="fr-FR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fr-FR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brics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[(</a:t>
            </a:r>
            <a:r>
              <a:rPr lang="fr-FR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brics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["area"]</a:t>
            </a: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&gt; 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8)</a:t>
            </a: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&amp; 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fr-FR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brics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["area"]</a:t>
            </a: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&lt; </a:t>
            </a:r>
            <a:r>
              <a:rPr lang="fr-FR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15)]</a:t>
            </a:r>
            <a:r>
              <a:rPr lang="fr-FR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fr-FR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operator &amp;</a:t>
            </a:r>
          </a:p>
          <a:p>
            <a:pPr>
              <a:buNone/>
            </a:pPr>
            <a:r>
              <a:rPr lang="en-GB" sz="1600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country  capital  area  population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0  Brazil  Brasilia  8.516  200.40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3  China   Beijing   9.597 1357.00</a:t>
            </a:r>
            <a:endParaRPr lang="en-GB" sz="1600" b="0" dirty="0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11569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52D859-0C50-7F9D-08D8-889E44EA8AC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 b="0" dirty="0">
                <a:latin typeface="Calibri Light" panose="020F0302020204030204" pitchFamily="34" charset="0"/>
                <a:cs typeface="Calibri Light" panose="020F0302020204030204" pitchFamily="34" charset="0"/>
              </a:rPr>
              <a:t>Let’s </a:t>
            </a:r>
            <a:r>
              <a:rPr lang="en-GB" b="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practice</a:t>
            </a:r>
            <a:endParaRPr lang="en-GB" b="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020A21A7-612B-6347-D3EE-68C45DD91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2313" y="5315045"/>
            <a:ext cx="1013188" cy="1110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5">
            <a:extLst>
              <a:ext uri="{FF2B5EF4-FFF2-40B4-BE49-F238E27FC236}">
                <a16:creationId xmlns:a16="http://schemas.microsoft.com/office/drawing/2014/main" id="{CE8F8177-7C68-53C8-EB5D-82B3F9976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42694"/>
            <a:ext cx="3818965" cy="369332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0"/>
              </a:spcBef>
            </a:pPr>
            <a:r>
              <a:rPr lang="en-GB" altLang="fr-FR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22-filtering_dataframe.py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6451721-C369-77FF-A86D-964E16756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A72896F-8785-9134-7307-EA24701A4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644B14-5C44-904A-A7D8-F9A5236995E2}" type="slidenum">
              <a:rPr lang="fr-FR" altLang="fr-FR" smtClean="0"/>
              <a:pPr>
                <a:defRPr/>
              </a:pPr>
              <a:t>70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66691936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While loop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71</a:t>
            </a:fld>
            <a:endParaRPr lang="fr-FR" altLang="fr-FR"/>
          </a:p>
        </p:txBody>
      </p:sp>
      <p:sp>
        <p:nvSpPr>
          <p:cNvPr id="7" name="ZoneTexte 5">
            <a:extLst>
              <a:ext uri="{FF2B5EF4-FFF2-40B4-BE49-F238E27FC236}">
                <a16:creationId xmlns:a16="http://schemas.microsoft.com/office/drawing/2014/main" id="{99CB9944-2336-FC9D-7AFC-F9E8B641C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735" y="1807018"/>
            <a:ext cx="8014531" cy="32439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</a:t>
            </a:r>
            <a:r>
              <a:rPr lang="en-GB" sz="1600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hile condition: </a:t>
            </a:r>
            <a:r>
              <a:rPr lang="en-GB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as long as the condition is True </a:t>
            </a:r>
          </a:p>
          <a:p>
            <a:pPr>
              <a:buNone/>
            </a:pP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expression</a:t>
            </a:r>
          </a:p>
          <a:p>
            <a:pPr>
              <a:buNone/>
            </a:pPr>
            <a:endParaRPr lang="en-GB" sz="1600" b="0" dirty="0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error = 50.0</a:t>
            </a:r>
          </a:p>
          <a:p>
            <a:pPr>
              <a:buNone/>
            </a:pPr>
            <a:r>
              <a:rPr lang="en-GB" sz="1600" b="0" dirty="0">
                <a:solidFill>
                  <a:srgbClr val="00009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while</a:t>
            </a:r>
            <a:r>
              <a:rPr lang="en-GB" sz="1600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error &gt; 1: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error = error /4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print(error)</a:t>
            </a:r>
          </a:p>
          <a:p>
            <a:pPr>
              <a:buNone/>
            </a:pPr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12.5</a:t>
            </a:r>
            <a:b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3.125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0.78125 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the loop stops: error &lt; 1</a:t>
            </a:r>
          </a:p>
        </p:txBody>
      </p:sp>
    </p:spTree>
    <p:extLst>
      <p:ext uri="{BB962C8B-B14F-4D97-AF65-F5344CB8AC3E}">
        <p14:creationId xmlns:p14="http://schemas.microsoft.com/office/powerpoint/2010/main" val="387912474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While loop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72</a:t>
            </a:fld>
            <a:endParaRPr lang="fr-FR" altLang="fr-FR"/>
          </a:p>
        </p:txBody>
      </p:sp>
      <p:sp>
        <p:nvSpPr>
          <p:cNvPr id="7" name="ZoneTexte 5">
            <a:extLst>
              <a:ext uri="{FF2B5EF4-FFF2-40B4-BE49-F238E27FC236}">
                <a16:creationId xmlns:a16="http://schemas.microsoft.com/office/drawing/2014/main" id="{99CB9944-2336-FC9D-7AFC-F9E8B641C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735" y="2225594"/>
            <a:ext cx="8014531" cy="240681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warning infinite loop : AVOID !!!!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error = 50.0</a:t>
            </a:r>
          </a:p>
          <a:p>
            <a:pPr>
              <a:buNone/>
            </a:pPr>
            <a:r>
              <a:rPr lang="en-GB" sz="1600" b="0" dirty="0">
                <a:solidFill>
                  <a:srgbClr val="00009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while</a:t>
            </a:r>
            <a:r>
              <a:rPr lang="en-GB" sz="1600" b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error &gt; 1: </a:t>
            </a:r>
            <a:r>
              <a:rPr lang="en-GB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always true 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print(error)</a:t>
            </a:r>
          </a:p>
          <a:p>
            <a:pPr>
              <a:buNone/>
            </a:pPr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50.0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50.0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…</a:t>
            </a:r>
          </a:p>
        </p:txBody>
      </p:sp>
    </p:spTree>
    <p:extLst>
      <p:ext uri="{BB962C8B-B14F-4D97-AF65-F5344CB8AC3E}">
        <p14:creationId xmlns:p14="http://schemas.microsoft.com/office/powerpoint/2010/main" val="179522196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For loop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73</a:t>
            </a:fld>
            <a:endParaRPr lang="fr-FR" altLang="fr-FR"/>
          </a:p>
        </p:txBody>
      </p:sp>
      <p:sp>
        <p:nvSpPr>
          <p:cNvPr id="7" name="ZoneTexte 5">
            <a:extLst>
              <a:ext uri="{FF2B5EF4-FFF2-40B4-BE49-F238E27FC236}">
                <a16:creationId xmlns:a16="http://schemas.microsoft.com/office/drawing/2014/main" id="{99CB9944-2336-FC9D-7AFC-F9E8B641C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735" y="1659285"/>
            <a:ext cx="8014531" cy="413036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var in sequence: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expression</a:t>
            </a:r>
          </a:p>
          <a:p>
            <a:pPr>
              <a:buNone/>
            </a:pPr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bmi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[19.7,40,28,23]</a:t>
            </a:r>
          </a:p>
          <a:p>
            <a:pPr>
              <a:buNone/>
            </a:pP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print each value instead of the whole list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value in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bmi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  <a:b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print(value)</a:t>
            </a:r>
          </a:p>
          <a:p>
            <a:pPr>
              <a:buNone/>
            </a:pPr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19.7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40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28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23</a:t>
            </a:r>
          </a:p>
          <a:p>
            <a:pPr>
              <a:buNone/>
            </a:pPr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65800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For loop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74</a:t>
            </a:fld>
            <a:endParaRPr lang="fr-FR" altLang="fr-FR"/>
          </a:p>
        </p:txBody>
      </p:sp>
      <p:sp>
        <p:nvSpPr>
          <p:cNvPr id="7" name="ZoneTexte 5">
            <a:extLst>
              <a:ext uri="{FF2B5EF4-FFF2-40B4-BE49-F238E27FC236}">
                <a16:creationId xmlns:a16="http://schemas.microsoft.com/office/drawing/2014/main" id="{99CB9944-2336-FC9D-7AFC-F9E8B641C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269" y="1516546"/>
            <a:ext cx="8014531" cy="417960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GB" sz="1600" b="0" noProof="1">
                <a:effectLst/>
                <a:latin typeface="Menlo" panose="020B0609030804020204" pitchFamily="49" charset="0"/>
              </a:rPr>
              <a:t>bmi = [19.7,40,28,23]</a:t>
            </a:r>
          </a:p>
          <a:p>
            <a:pPr>
              <a:buNone/>
            </a:pPr>
            <a:r>
              <a:rPr lang="en-GB" sz="1600" b="0" noProof="1">
                <a:effectLst/>
                <a:latin typeface="Menlo" panose="020B0609030804020204" pitchFamily="49" charset="0"/>
              </a:rPr>
              <a:t>for index,value in </a:t>
            </a:r>
            <a:r>
              <a:rPr lang="en-GB" sz="1600" b="0" noProof="1">
                <a:solidFill>
                  <a:srgbClr val="000090"/>
                </a:solidFill>
                <a:effectLst/>
                <a:latin typeface="Menlo" panose="020B0609030804020204" pitchFamily="49" charset="0"/>
              </a:rPr>
              <a:t>enumerate</a:t>
            </a:r>
            <a:r>
              <a:rPr lang="en-GB" sz="1600" b="0" noProof="1">
                <a:effectLst/>
                <a:latin typeface="Menlo" panose="020B0609030804020204" pitchFamily="49" charset="0"/>
              </a:rPr>
              <a:t>(bmi):</a:t>
            </a:r>
          </a:p>
          <a:p>
            <a:pPr>
              <a:buNone/>
            </a:pPr>
            <a:r>
              <a:rPr lang="en-GB" sz="1600" b="0" noProof="1">
                <a:effectLst/>
                <a:latin typeface="Menlo" panose="020B0609030804020204" pitchFamily="49" charset="0"/>
              </a:rPr>
              <a:t>	print("index " + str(index) + " : " + str(value))</a:t>
            </a:r>
          </a:p>
          <a:p>
            <a:pPr>
              <a:buNone/>
            </a:pPr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index 0 : 19.7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index 1 : 40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index 2 : 28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index 3 : 23</a:t>
            </a:r>
          </a:p>
          <a:p>
            <a:pPr>
              <a:buNone/>
            </a:pPr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b="0" noProof="1">
                <a:effectLst/>
                <a:latin typeface="Menlo" panose="020B0609030804020204" pitchFamily="49" charset="0"/>
              </a:rPr>
              <a:t>for index,value in bmi: </a:t>
            </a:r>
            <a:r>
              <a:rPr lang="en-GB" sz="1600" b="0" noProof="1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# WARNING</a:t>
            </a:r>
          </a:p>
          <a:p>
            <a:pPr>
              <a:buNone/>
            </a:pPr>
            <a:r>
              <a:rPr lang="en-GB" sz="1600" b="0" dirty="0">
                <a:effectLst/>
                <a:latin typeface="Menlo" panose="020B0609030804020204" pitchFamily="49" charset="0"/>
              </a:rPr>
              <a:t>	print("index " + str(index) + " : " + str(value))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</a:rPr>
              <a:t>&gt;&gt;&gt; </a:t>
            </a:r>
            <a:r>
              <a:rPr lang="fr-FR" sz="1600" b="0" i="0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TypeError</a:t>
            </a:r>
            <a:r>
              <a:rPr lang="fr-FR" sz="1600" b="0" i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fr-FR" sz="1600" b="0" i="0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cannot</a:t>
            </a:r>
            <a:r>
              <a:rPr lang="fr-FR" sz="1600" b="0" i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600" b="0" i="0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unpack</a:t>
            </a:r>
            <a:r>
              <a:rPr lang="fr-FR" sz="1600" b="0" i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non-</a:t>
            </a:r>
            <a:r>
              <a:rPr lang="fr-FR" sz="1600" b="0" i="0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iterable</a:t>
            </a:r>
            <a:r>
              <a:rPr lang="fr-FR" sz="1600" b="0" i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600" b="0" i="0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float</a:t>
            </a:r>
            <a:r>
              <a:rPr lang="fr-FR" sz="1600" b="0" i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600" b="0" i="0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object</a:t>
            </a:r>
            <a:r>
              <a:rPr lang="fr-FR" sz="1050" b="0" i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dirty="0">
                <a:latin typeface="Menlo" panose="020B0609030804020204" pitchFamily="49" charset="0"/>
              </a:rPr>
              <a:t>	</a:t>
            </a:r>
            <a:endParaRPr lang="en-GB" sz="1600" b="0" dirty="0">
              <a:effectLst/>
              <a:latin typeface="Menlo" panose="020B0609030804020204" pitchFamily="49" charset="0"/>
            </a:endParaRPr>
          </a:p>
          <a:p>
            <a:pPr>
              <a:buNone/>
            </a:pPr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59136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For loop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75</a:t>
            </a:fld>
            <a:endParaRPr lang="fr-FR" altLang="fr-FR"/>
          </a:p>
        </p:txBody>
      </p:sp>
      <p:sp>
        <p:nvSpPr>
          <p:cNvPr id="7" name="ZoneTexte 5">
            <a:extLst>
              <a:ext uri="{FF2B5EF4-FFF2-40B4-BE49-F238E27FC236}">
                <a16:creationId xmlns:a16="http://schemas.microsoft.com/office/drawing/2014/main" id="{99CB9944-2336-FC9D-7AFC-F9E8B641C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735" y="2077861"/>
            <a:ext cx="8014531" cy="270227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GB" sz="1600" noProof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c in "family":</a:t>
            </a:r>
          </a:p>
          <a:p>
            <a:pPr>
              <a:buNone/>
            </a:pPr>
            <a:r>
              <a:rPr lang="en-GB" sz="1600" noProof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print(c.capitalize())</a:t>
            </a:r>
          </a:p>
          <a:p>
            <a:pPr>
              <a:buNone/>
            </a:pPr>
            <a:endParaRPr lang="en-GB" sz="1600" noProof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noProof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</a:t>
            </a:r>
          </a:p>
          <a:p>
            <a:pPr>
              <a:buNone/>
            </a:pPr>
            <a:r>
              <a:rPr lang="en-GB" sz="1600" noProof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</a:t>
            </a:r>
          </a:p>
          <a:p>
            <a:pPr>
              <a:buNone/>
            </a:pPr>
            <a:r>
              <a:rPr lang="en-GB" sz="1600" noProof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</a:t>
            </a:r>
          </a:p>
          <a:p>
            <a:pPr>
              <a:buNone/>
            </a:pPr>
            <a:r>
              <a:rPr lang="en-GB" sz="1600" noProof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</a:p>
          <a:p>
            <a:pPr>
              <a:buNone/>
            </a:pPr>
            <a:r>
              <a:rPr lang="en-GB" sz="1600" noProof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</a:p>
          <a:p>
            <a:pPr>
              <a:buNone/>
            </a:pPr>
            <a:r>
              <a:rPr lang="en-GB" sz="1600" noProof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389662665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52D859-0C50-7F9D-08D8-889E44EA8AC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 b="0" dirty="0">
                <a:latin typeface="Calibri Light" panose="020F0302020204030204" pitchFamily="34" charset="0"/>
                <a:cs typeface="Calibri Light" panose="020F0302020204030204" pitchFamily="34" charset="0"/>
              </a:rPr>
              <a:t>Let’s </a:t>
            </a:r>
            <a:r>
              <a:rPr lang="en-GB" b="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practice</a:t>
            </a:r>
            <a:endParaRPr lang="en-GB" b="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020A21A7-612B-6347-D3EE-68C45DD91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2313" y="5315045"/>
            <a:ext cx="1013188" cy="1110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5">
            <a:extLst>
              <a:ext uri="{FF2B5EF4-FFF2-40B4-BE49-F238E27FC236}">
                <a16:creationId xmlns:a16="http://schemas.microsoft.com/office/drawing/2014/main" id="{CE8F8177-7C68-53C8-EB5D-82B3F9976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42694"/>
            <a:ext cx="3818965" cy="646331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0"/>
              </a:spcBef>
            </a:pPr>
            <a:r>
              <a:rPr lang="en-GB" altLang="fr-FR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23-while_loop.py</a:t>
            </a:r>
          </a:p>
          <a:p>
            <a:pPr marL="285750" indent="-285750">
              <a:spcBef>
                <a:spcPct val="0"/>
              </a:spcBef>
            </a:pPr>
            <a:r>
              <a:rPr lang="en-GB" altLang="fr-FR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24-for_loop.py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6451721-C369-77FF-A86D-964E16756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A72896F-8785-9134-7307-EA24701A4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644B14-5C44-904A-A7D8-F9A5236995E2}" type="slidenum">
              <a:rPr lang="fr-FR" altLang="fr-FR" smtClean="0"/>
              <a:pPr>
                <a:defRPr/>
              </a:pPr>
              <a:t>76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1350828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For loop on a data structure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77</a:t>
            </a:fld>
            <a:endParaRPr lang="fr-FR" altLang="fr-FR"/>
          </a:p>
        </p:txBody>
      </p:sp>
      <p:sp>
        <p:nvSpPr>
          <p:cNvPr id="7" name="ZoneTexte 5">
            <a:extLst>
              <a:ext uri="{FF2B5EF4-FFF2-40B4-BE49-F238E27FC236}">
                <a16:creationId xmlns:a16="http://schemas.microsoft.com/office/drawing/2014/main" id="{99CB9944-2336-FC9D-7AFC-F9E8B641C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735" y="1511552"/>
            <a:ext cx="8014531" cy="47212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GB" sz="1600" b="0" noProof="1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# dict</a:t>
            </a:r>
          </a:p>
          <a:p>
            <a:pPr>
              <a:buNone/>
            </a:pPr>
            <a:r>
              <a:rPr lang="en-GB" sz="1600" b="0" noProof="1">
                <a:effectLst/>
                <a:latin typeface="Menlo" panose="020B0609030804020204" pitchFamily="49" charset="0"/>
              </a:rPr>
              <a:t>world = {"afghanistan" : 30.55, </a:t>
            </a:r>
          </a:p>
          <a:p>
            <a:pPr>
              <a:buNone/>
            </a:pPr>
            <a:r>
              <a:rPr lang="en-GB" sz="1600" b="0" noProof="1">
                <a:effectLst/>
                <a:latin typeface="Menlo" panose="020B0609030804020204" pitchFamily="49" charset="0"/>
              </a:rPr>
              <a:t>		"albania" :2.77 , </a:t>
            </a:r>
          </a:p>
          <a:p>
            <a:pPr>
              <a:buNone/>
            </a:pPr>
            <a:r>
              <a:rPr lang="en-GB" sz="1600" b="0" noProof="1">
                <a:effectLst/>
                <a:latin typeface="Menlo" panose="020B0609030804020204" pitchFamily="49" charset="0"/>
              </a:rPr>
              <a:t>		"algeria":39.21} </a:t>
            </a:r>
          </a:p>
          <a:p>
            <a:pPr>
              <a:buNone/>
            </a:pPr>
            <a:endParaRPr lang="en-GB" sz="1600" b="0" noProof="1"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GB" sz="1600" b="0" noProof="1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# select each key + value of the dict</a:t>
            </a:r>
            <a:br>
              <a:rPr lang="en-GB" sz="1600" b="0" noProof="1">
                <a:effectLst/>
                <a:latin typeface="Menlo" panose="020B0609030804020204" pitchFamily="49" charset="0"/>
              </a:rPr>
            </a:br>
            <a:r>
              <a:rPr lang="en-GB" sz="1600" b="0" noProof="1">
                <a:effectLst/>
                <a:latin typeface="Menlo" panose="020B0609030804020204" pitchFamily="49" charset="0"/>
              </a:rPr>
              <a:t>for key, value in world</a:t>
            </a:r>
            <a:r>
              <a:rPr lang="en-GB" sz="1600" b="0" noProof="1">
                <a:solidFill>
                  <a:srgbClr val="000090"/>
                </a:solidFill>
                <a:effectLst/>
                <a:latin typeface="Menlo" panose="020B0609030804020204" pitchFamily="49" charset="0"/>
              </a:rPr>
              <a:t>.items()</a:t>
            </a:r>
            <a:r>
              <a:rPr lang="en-GB" sz="1600" b="0" noProof="1">
                <a:effectLst/>
                <a:latin typeface="Menlo" panose="020B0609030804020204" pitchFamily="49" charset="0"/>
              </a:rPr>
              <a:t>:</a:t>
            </a:r>
          </a:p>
          <a:p>
            <a:pPr>
              <a:buNone/>
            </a:pPr>
            <a:r>
              <a:rPr lang="en-GB" sz="1600" b="0" noProof="1">
                <a:effectLst/>
                <a:latin typeface="Menlo" panose="020B0609030804020204" pitchFamily="49" charset="0"/>
              </a:rPr>
              <a:t>	print(key + " : " + str(value))</a:t>
            </a:r>
          </a:p>
          <a:p>
            <a:pPr>
              <a:buNone/>
            </a:pPr>
            <a:endParaRPr lang="en-GB" sz="1600" noProof="1">
              <a:latin typeface="Menlo" panose="020B0609030804020204" pitchFamily="49" charset="0"/>
            </a:endParaRPr>
          </a:p>
          <a:p>
            <a:pPr>
              <a:buNone/>
            </a:pPr>
            <a:r>
              <a:rPr lang="en-GB" sz="1600" b="0" noProof="1">
                <a:effectLst/>
                <a:latin typeface="Menlo" panose="020B0609030804020204" pitchFamily="49" charset="0"/>
              </a:rPr>
              <a:t>&gt;&gt;&gt; </a:t>
            </a:r>
          </a:p>
          <a:p>
            <a:pPr lvl="1">
              <a:buNone/>
            </a:pPr>
            <a:r>
              <a:rPr lang="en-GB" sz="1600" b="0" i="0" noProof="1">
                <a:effectLst/>
                <a:latin typeface="Menlo" panose="020B0609030804020204" pitchFamily="49" charset="0"/>
              </a:rPr>
              <a:t>afghanistan : 30.55 </a:t>
            </a:r>
          </a:p>
          <a:p>
            <a:pPr lvl="1">
              <a:buNone/>
            </a:pPr>
            <a:r>
              <a:rPr lang="en-GB" sz="1600" b="0" i="0" noProof="1">
                <a:effectLst/>
                <a:latin typeface="Menlo" panose="020B0609030804020204" pitchFamily="49" charset="0"/>
              </a:rPr>
              <a:t>albania : 2.77 </a:t>
            </a:r>
          </a:p>
          <a:p>
            <a:pPr lvl="1">
              <a:buNone/>
            </a:pPr>
            <a:r>
              <a:rPr lang="en-GB" sz="1600" b="0" i="0" noProof="1">
                <a:effectLst/>
                <a:latin typeface="Menlo" panose="020B0609030804020204" pitchFamily="49" charset="0"/>
              </a:rPr>
              <a:t>algeria : 39.21</a:t>
            </a:r>
          </a:p>
        </p:txBody>
      </p:sp>
    </p:spTree>
    <p:extLst>
      <p:ext uri="{BB962C8B-B14F-4D97-AF65-F5344CB8AC3E}">
        <p14:creationId xmlns:p14="http://schemas.microsoft.com/office/powerpoint/2010/main" val="380195601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For loop on a data structure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78</a:t>
            </a:fld>
            <a:endParaRPr lang="fr-FR" altLang="fr-FR"/>
          </a:p>
        </p:txBody>
      </p:sp>
      <p:sp>
        <p:nvSpPr>
          <p:cNvPr id="7" name="ZoneTexte 5">
            <a:extLst>
              <a:ext uri="{FF2B5EF4-FFF2-40B4-BE49-F238E27FC236}">
                <a16:creationId xmlns:a16="http://schemas.microsoft.com/office/drawing/2014/main" id="{99CB9944-2336-FC9D-7AFC-F9E8B641C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735" y="895999"/>
            <a:ext cx="8014531" cy="506600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GB" sz="1600" b="0" noProof="1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dict</a:t>
            </a:r>
          </a:p>
          <a:p>
            <a:pPr>
              <a:buNone/>
            </a:pPr>
            <a:r>
              <a:rPr lang="en-GB" sz="1600" b="0" noProof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world = {"afghanistan": 30.55,</a:t>
            </a:r>
          </a:p>
          <a:p>
            <a:pPr>
              <a:buNone/>
            </a:pPr>
            <a:r>
              <a:rPr lang="en-GB" sz="1600" b="0" noProof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"albania": 2.77,</a:t>
            </a:r>
          </a:p>
          <a:p>
            <a:pPr>
              <a:buNone/>
            </a:pPr>
            <a:r>
              <a:rPr lang="en-GB" sz="1600" b="0" noProof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"algeria": 39.21}</a:t>
            </a:r>
          </a:p>
          <a:p>
            <a:pPr>
              <a:buNone/>
            </a:pPr>
            <a:r>
              <a:rPr lang="en-GB" sz="1600" b="0" noProof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bmi = [21, 20, 35]</a:t>
            </a:r>
          </a:p>
          <a:p>
            <a:pPr>
              <a:buNone/>
            </a:pPr>
            <a:endParaRPr lang="en-GB" sz="1600" b="0" noProof="1">
              <a:solidFill>
                <a:srgbClr val="00B050"/>
              </a:solidFill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b="0" noProof="1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items() on a dict: gives (key, value)</a:t>
            </a:r>
          </a:p>
          <a:p>
            <a:pPr>
              <a:buNone/>
            </a:pPr>
            <a:r>
              <a:rPr lang="en-GB" sz="1600" b="0" noProof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list(world.items())</a:t>
            </a:r>
          </a:p>
          <a:p>
            <a:pPr>
              <a:buNone/>
            </a:pPr>
            <a:r>
              <a:rPr lang="en-GB" sz="1600" b="0" noProof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[('afghanistan', 30.55), ('albania', 2.77), ('algeria', 39.21)]</a:t>
            </a:r>
          </a:p>
          <a:p>
            <a:pPr>
              <a:buNone/>
            </a:pPr>
            <a:endParaRPr lang="en-GB" sz="1600" b="0" noProof="1">
              <a:solidFill>
                <a:srgbClr val="00B050"/>
              </a:solidFill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b="0" noProof="1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enumerate on a list: gives (index, value)</a:t>
            </a:r>
          </a:p>
          <a:p>
            <a:pPr>
              <a:buNone/>
            </a:pPr>
            <a:r>
              <a:rPr lang="en-GB" sz="1600" b="0" noProof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list(enumerate(bmi))</a:t>
            </a:r>
          </a:p>
          <a:p>
            <a:pPr>
              <a:buNone/>
            </a:pPr>
            <a:r>
              <a:rPr lang="en-GB" sz="1600" b="0" noProof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[(0, 21), (1, 20), (2, 35)]</a:t>
            </a:r>
          </a:p>
          <a:p>
            <a:pPr>
              <a:buNone/>
            </a:pPr>
            <a:endParaRPr lang="en-GB" sz="1600" b="0" noProof="1">
              <a:solidFill>
                <a:srgbClr val="00B050"/>
              </a:solidFill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b="0" noProof="1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enumerate on a dict: gives (index, KEY), not the value</a:t>
            </a:r>
          </a:p>
          <a:p>
            <a:pPr>
              <a:buNone/>
            </a:pPr>
            <a:r>
              <a:rPr lang="en-GB" sz="1600" b="0" noProof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list(enumerate(world))</a:t>
            </a:r>
          </a:p>
          <a:p>
            <a:pPr>
              <a:buNone/>
            </a:pPr>
            <a:r>
              <a:rPr lang="en-GB" sz="1600" b="0" noProof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[(0, 'afghanistan'), (1, 'albania'), (2, 'algeria')]</a:t>
            </a:r>
          </a:p>
        </p:txBody>
      </p:sp>
    </p:spTree>
    <p:extLst>
      <p:ext uri="{BB962C8B-B14F-4D97-AF65-F5344CB8AC3E}">
        <p14:creationId xmlns:p14="http://schemas.microsoft.com/office/powerpoint/2010/main" val="282477087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For loop on a data structure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79</a:t>
            </a:fld>
            <a:endParaRPr lang="fr-FR" altLang="fr-FR"/>
          </a:p>
        </p:txBody>
      </p:sp>
      <p:sp>
        <p:nvSpPr>
          <p:cNvPr id="7" name="ZoneTexte 5">
            <a:extLst>
              <a:ext uri="{FF2B5EF4-FFF2-40B4-BE49-F238E27FC236}">
                <a16:creationId xmlns:a16="http://schemas.microsoft.com/office/drawing/2014/main" id="{99CB9944-2336-FC9D-7AFC-F9E8B641C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735" y="1043732"/>
            <a:ext cx="8014531" cy="477053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GB" sz="1600" b="0" noProof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numpy as np</a:t>
            </a:r>
          </a:p>
          <a:p>
            <a:pPr>
              <a:buNone/>
            </a:pPr>
            <a:endParaRPr lang="en-GB" sz="1600" b="0" noProof="1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b="0" noProof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np_height = np.array([1.73, 1.68, 1.71, 1.89, 1.79])</a:t>
            </a:r>
          </a:p>
          <a:p>
            <a:pPr>
              <a:buNone/>
            </a:pPr>
            <a:r>
              <a:rPr lang="en-GB" sz="1600" b="0" noProof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np_weight = np.array([65.4, 59.2, 63.6, 88.4, 68.7])</a:t>
            </a:r>
          </a:p>
          <a:p>
            <a:pPr>
              <a:buNone/>
            </a:pPr>
            <a:endParaRPr lang="en-GB" sz="1600" b="0" noProof="1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b="0" noProof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bmi = np_weight / np_height ** 2</a:t>
            </a:r>
          </a:p>
          <a:p>
            <a:pPr>
              <a:buNone/>
            </a:pPr>
            <a:endParaRPr lang="en-GB" sz="1600" b="0" noProof="1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b="0" noProof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val in bmi:</a:t>
            </a:r>
          </a:p>
          <a:p>
            <a:pPr>
              <a:buNone/>
            </a:pPr>
            <a:r>
              <a:rPr lang="en-GB" sz="1600" b="0" noProof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print(f"{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</a:t>
            </a: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:.3f}")</a:t>
            </a:r>
          </a:p>
          <a:p>
            <a:pPr>
              <a:buNone/>
            </a:pPr>
            <a:endParaRPr lang="en-GB" sz="1600" b="0" noProof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noProof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endParaRPr lang="en-GB" sz="1600" noProof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21.852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</a:p>
          <a:p>
            <a:pPr>
              <a:buNone/>
            </a:pP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20.975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</a:p>
          <a:p>
            <a:pPr>
              <a:buNone/>
            </a:pP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21.750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</a:p>
          <a:p>
            <a:pPr>
              <a:buNone/>
            </a:pP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24.747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</a:p>
          <a:p>
            <a:pPr>
              <a:buNone/>
            </a:pP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21.441</a:t>
            </a:r>
            <a:endParaRPr lang="en-GB" sz="1600" b="0" noProof="1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89231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For loop on a data structure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80</a:t>
            </a:fld>
            <a:endParaRPr lang="fr-FR" altLang="fr-FR"/>
          </a:p>
        </p:txBody>
      </p:sp>
      <p:sp>
        <p:nvSpPr>
          <p:cNvPr id="7" name="ZoneTexte 5">
            <a:extLst>
              <a:ext uri="{FF2B5EF4-FFF2-40B4-BE49-F238E27FC236}">
                <a16:creationId xmlns:a16="http://schemas.microsoft.com/office/drawing/2014/main" id="{99CB9944-2336-FC9D-7AFC-F9E8B641C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735" y="1486930"/>
            <a:ext cx="8014531" cy="38841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GB" sz="1600" b="0" noProof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numpy as np</a:t>
            </a:r>
          </a:p>
          <a:p>
            <a:pPr>
              <a:buNone/>
            </a:pPr>
            <a:endParaRPr lang="en-GB" sz="1600" b="0" noProof="1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b="0" noProof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np_height = np.array([1.73, 1.68, 1.71, 1.89, 1.79])</a:t>
            </a:r>
          </a:p>
          <a:p>
            <a:pPr>
              <a:buNone/>
            </a:pPr>
            <a:r>
              <a:rPr lang="en-GB" sz="1600" b="0" noProof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np_weight = np.array([65.4, 59.2, 63.6, 88.4, 68.7])</a:t>
            </a:r>
          </a:p>
          <a:p>
            <a:pPr>
              <a:buNone/>
            </a:pPr>
            <a:endParaRPr lang="en-GB" sz="1600" b="0" noProof="1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b="0" noProof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meas = np.array([</a:t>
            </a:r>
            <a:r>
              <a:rPr lang="en-GB" sz="1600" noProof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</a:t>
            </a:r>
            <a:r>
              <a:rPr lang="en-GB" sz="1600" b="0" noProof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p_weight,np_height])</a:t>
            </a:r>
          </a:p>
          <a:p>
            <a:pPr>
              <a:buNone/>
            </a:pPr>
            <a:endParaRPr lang="en-GB" sz="1600" b="0" noProof="1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b="0" noProof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val in meas:</a:t>
            </a:r>
          </a:p>
          <a:p>
            <a:pPr>
              <a:buNone/>
            </a:pPr>
            <a:r>
              <a:rPr lang="en-GB" sz="1600" b="0" noProof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</a:t>
            </a: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pPr>
              <a:buNone/>
            </a:pPr>
            <a:endParaRPr lang="en-GB" sz="1600" b="0" noProof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noProof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endParaRPr lang="en-GB" sz="1600" noProof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b="0" noProof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[65.4 59.2 63.6 88.4 68.7]</a:t>
            </a:r>
          </a:p>
          <a:p>
            <a:pPr>
              <a:buNone/>
            </a:pPr>
            <a:r>
              <a:rPr lang="en-GB" sz="1600" b="0" noProof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[1.73 1.68 1.71 1.89 1.79]</a:t>
            </a:r>
          </a:p>
        </p:txBody>
      </p:sp>
    </p:spTree>
    <p:extLst>
      <p:ext uri="{BB962C8B-B14F-4D97-AF65-F5344CB8AC3E}">
        <p14:creationId xmlns:p14="http://schemas.microsoft.com/office/powerpoint/2010/main" val="221812681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For loop on a data structure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81</a:t>
            </a:fld>
            <a:endParaRPr lang="fr-FR" altLang="fr-FR"/>
          </a:p>
        </p:txBody>
      </p:sp>
      <p:sp>
        <p:nvSpPr>
          <p:cNvPr id="7" name="ZoneTexte 5">
            <a:extLst>
              <a:ext uri="{FF2B5EF4-FFF2-40B4-BE49-F238E27FC236}">
                <a16:creationId xmlns:a16="http://schemas.microsoft.com/office/drawing/2014/main" id="{99CB9944-2336-FC9D-7AFC-F9E8B641C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735" y="1191465"/>
            <a:ext cx="8014531" cy="447507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GB" sz="1600" b="0" noProof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numpy as np</a:t>
            </a:r>
          </a:p>
          <a:p>
            <a:pPr>
              <a:buNone/>
            </a:pPr>
            <a:endParaRPr lang="en-GB" sz="1600" b="0" noProof="1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b="0" noProof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np_height = np.array([1.73, 1.68, 1.71, 1.89, 1.79])</a:t>
            </a:r>
          </a:p>
          <a:p>
            <a:pPr>
              <a:buNone/>
            </a:pPr>
            <a:r>
              <a:rPr lang="en-GB" sz="1600" b="0" noProof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np_weight = np.array([65.4, 59.2, 63.6, 88.4, 68.7])</a:t>
            </a:r>
          </a:p>
          <a:p>
            <a:pPr>
              <a:buNone/>
            </a:pPr>
            <a:endParaRPr lang="en-GB" sz="1600" b="0" noProof="1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b="0" noProof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meas = np.array([</a:t>
            </a:r>
            <a:r>
              <a:rPr lang="en-GB" sz="1600" noProof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</a:t>
            </a:r>
            <a:r>
              <a:rPr lang="en-GB" sz="1600" b="0" noProof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p_weight,np_height])</a:t>
            </a:r>
          </a:p>
          <a:p>
            <a:pPr>
              <a:buNone/>
            </a:pPr>
            <a:endParaRPr lang="en-GB" sz="1600" b="0" noProof="1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noProof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iterate over each element</a:t>
            </a:r>
            <a:endParaRPr lang="en-GB" sz="1600" b="0" noProof="1">
              <a:solidFill>
                <a:srgbClr val="00B050"/>
              </a:solidFill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b="0" noProof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val in np.nditer(meas):</a:t>
            </a:r>
          </a:p>
          <a:p>
            <a:pPr>
              <a:buNone/>
            </a:pPr>
            <a:r>
              <a:rPr lang="en-GB" sz="1600" b="0" noProof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</a:t>
            </a: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pPr>
              <a:buNone/>
            </a:pPr>
            <a:endParaRPr lang="en-GB" sz="1600" b="0" noProof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noProof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</a:p>
          <a:p>
            <a:pPr>
              <a:buNone/>
            </a:pPr>
            <a:r>
              <a:rPr lang="en-GB" sz="1600" noProof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65.4</a:t>
            </a:r>
          </a:p>
          <a:p>
            <a:pPr>
              <a:buNone/>
            </a:pPr>
            <a:r>
              <a:rPr lang="en-GB" sz="1600" noProof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59.2</a:t>
            </a:r>
          </a:p>
          <a:p>
            <a:pPr>
              <a:buNone/>
            </a:pPr>
            <a:r>
              <a:rPr lang="en-GB" sz="1600" noProof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8661016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None/>
            </a:pPr>
            <a:r>
              <a:rPr lang="en-GB" sz="2800" dirty="0">
                <a:solidFill>
                  <a:srgbClr val="00009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Loop on a </a:t>
            </a:r>
            <a:r>
              <a:rPr lang="en-GB" sz="2800" dirty="0" err="1">
                <a:solidFill>
                  <a:srgbClr val="00009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dataframe</a:t>
            </a:r>
            <a:endParaRPr lang="en-GB" altLang="fr-FR" sz="2800" dirty="0">
              <a:solidFill>
                <a:srgbClr val="00009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82</a:t>
            </a:fld>
            <a:endParaRPr lang="fr-FR" altLang="fr-FR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7B8B80EE-7453-41B7-4AF6-70E1C0C1E5E4}"/>
              </a:ext>
            </a:extLst>
          </p:cNvPr>
          <p:cNvGrpSpPr/>
          <p:nvPr/>
        </p:nvGrpSpPr>
        <p:grpSpPr>
          <a:xfrm>
            <a:off x="564734" y="976920"/>
            <a:ext cx="8014532" cy="4904160"/>
            <a:chOff x="564729" y="1041078"/>
            <a:chExt cx="8014532" cy="4904160"/>
          </a:xfrm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B0E0BAA4-3963-9B24-8DAD-CB361D41C5F1}"/>
                </a:ext>
              </a:extLst>
            </p:cNvPr>
            <p:cNvSpPr txBox="1"/>
            <p:nvPr/>
          </p:nvSpPr>
          <p:spPr>
            <a:xfrm>
              <a:off x="564730" y="1041078"/>
              <a:ext cx="8014531" cy="15696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fr-FR" sz="16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	country			capital 		area 		population</a:t>
              </a:r>
            </a:p>
            <a:p>
              <a:pPr>
                <a:buNone/>
              </a:pPr>
              <a:r>
                <a:rPr lang="fr-FR" sz="16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BR   </a:t>
              </a:r>
              <a:r>
                <a:rPr lang="fr-FR" sz="1600" dirty="0"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Brazil 		Brasilia 		8.516 		200.40</a:t>
              </a:r>
            </a:p>
            <a:p>
              <a:pPr>
                <a:buNone/>
              </a:pPr>
              <a:r>
                <a:rPr lang="fr-FR" sz="16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RU   </a:t>
              </a:r>
              <a:r>
                <a:rPr lang="fr-FR" sz="1600" dirty="0" err="1"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Russia</a:t>
              </a:r>
              <a:r>
                <a:rPr lang="fr-FR" sz="1600" dirty="0"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 		Moscow 			17.100 		143.50</a:t>
              </a:r>
            </a:p>
            <a:p>
              <a:pPr>
                <a:buNone/>
              </a:pPr>
              <a:r>
                <a:rPr lang="fr-FR" sz="16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IN   </a:t>
              </a:r>
              <a:r>
                <a:rPr lang="fr-FR" sz="1600" dirty="0" err="1"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India</a:t>
              </a:r>
              <a:r>
                <a:rPr lang="fr-FR" sz="1600" dirty="0"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 			New Delhi 		3.286 		1252.00</a:t>
              </a:r>
            </a:p>
            <a:p>
              <a:pPr>
                <a:buNone/>
              </a:pPr>
              <a:r>
                <a:rPr lang="fr-FR" sz="16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CH   </a:t>
              </a:r>
              <a:r>
                <a:rPr lang="fr-FR" sz="1600" dirty="0"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China 			Beijing 		9.597 		1357.00</a:t>
              </a:r>
            </a:p>
            <a:p>
              <a:pPr>
                <a:buNone/>
              </a:pPr>
              <a:r>
                <a:rPr lang="fr-FR" sz="16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SA   </a:t>
              </a:r>
              <a:r>
                <a:rPr lang="fr-FR" sz="1600" dirty="0"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South </a:t>
              </a:r>
              <a:r>
                <a:rPr lang="fr-FR" sz="1600" dirty="0" err="1"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Africa</a:t>
              </a:r>
              <a:r>
                <a:rPr lang="fr-FR" sz="1600" dirty="0"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 	Pretoria 		1.221 		52.98</a:t>
              </a:r>
              <a:endParaRPr lang="fr-FR" sz="1600" dirty="0">
                <a:solidFill>
                  <a:srgbClr val="CCCCCC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7" name="ZoneTexte 5">
              <a:extLst>
                <a:ext uri="{FF2B5EF4-FFF2-40B4-BE49-F238E27FC236}">
                  <a16:creationId xmlns:a16="http://schemas.microsoft.com/office/drawing/2014/main" id="{99CB9944-2336-FC9D-7AFC-F9E8B641CF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4729" y="2701273"/>
              <a:ext cx="8014531" cy="32439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buNone/>
              </a:pPr>
              <a:r>
                <a:rPr lang="en-GB" sz="1600" noProof="1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import pandas as pd</a:t>
              </a:r>
            </a:p>
            <a:p>
              <a:pPr>
                <a:buNone/>
              </a:pPr>
              <a:r>
                <a:rPr lang="en-GB" sz="1600" noProof="1">
                  <a:solidFill>
                    <a:srgbClr val="00B05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# import csv and use column 0 as index</a:t>
              </a:r>
            </a:p>
            <a:p>
              <a:pPr>
                <a:buNone/>
              </a:pPr>
              <a:r>
                <a:rPr lang="en-GB" sz="1600" noProof="1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brics = pd.read_csv("/path/brics.csv", index_col=0)</a:t>
              </a:r>
            </a:p>
            <a:p>
              <a:pPr>
                <a:buNone/>
              </a:pPr>
              <a:r>
                <a:rPr lang="en-GB" sz="1600" noProof="1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f</a:t>
              </a:r>
              <a:r>
                <a:rPr lang="en-GB" sz="1600" b="0" noProof="1"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or val in brics: </a:t>
              </a:r>
              <a:r>
                <a:rPr lang="en-GB" sz="1600" b="0" noProof="1">
                  <a:solidFill>
                    <a:srgbClr val="00B050"/>
                  </a:solidFill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# equivalent as brics.columns (works as a dict)</a:t>
              </a:r>
            </a:p>
            <a:p>
              <a:pPr>
                <a:buNone/>
              </a:pPr>
              <a:r>
                <a:rPr lang="en-GB" sz="1600" noProof="1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	print(val)</a:t>
              </a:r>
            </a:p>
            <a:p>
              <a:pPr>
                <a:buNone/>
              </a:pPr>
              <a:r>
                <a:rPr lang="en-GB" sz="1600" noProof="1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&gt;&gt;&gt; </a:t>
              </a:r>
            </a:p>
            <a:p>
              <a:pPr>
                <a:buNone/>
              </a:pPr>
              <a:r>
                <a:rPr lang="en-GB" sz="1600" noProof="1"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country</a:t>
              </a:r>
              <a:r>
                <a:rPr lang="en-GB" sz="1600" noProof="1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 </a:t>
              </a:r>
            </a:p>
            <a:p>
              <a:pPr>
                <a:buNone/>
              </a:pPr>
              <a:r>
                <a:rPr lang="en-GB" sz="1600" noProof="1"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capital</a:t>
              </a:r>
              <a:r>
                <a:rPr lang="en-GB" sz="1600" noProof="1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 </a:t>
              </a:r>
            </a:p>
            <a:p>
              <a:pPr>
                <a:buNone/>
              </a:pPr>
              <a:r>
                <a:rPr lang="en-GB" sz="1600" noProof="1"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area</a:t>
              </a:r>
              <a:r>
                <a:rPr lang="en-GB" sz="1600" noProof="1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 </a:t>
              </a:r>
            </a:p>
            <a:p>
              <a:pPr>
                <a:buNone/>
              </a:pPr>
              <a:r>
                <a:rPr lang="en-GB" sz="1600" noProof="1">
                  <a:effectLst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population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12849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For loop on a </a:t>
            </a:r>
            <a:r>
              <a:rPr lang="en-GB" altLang="fr-FR" sz="2800" dirty="0" err="1">
                <a:solidFill>
                  <a:srgbClr val="00009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dataframe</a:t>
            </a:r>
            <a:endParaRPr lang="en-GB" altLang="fr-FR" sz="2800" dirty="0">
              <a:solidFill>
                <a:srgbClr val="00009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83</a:t>
            </a:fld>
            <a:endParaRPr lang="fr-FR" altLang="fr-FR"/>
          </a:p>
        </p:txBody>
      </p:sp>
      <p:sp>
        <p:nvSpPr>
          <p:cNvPr id="4" name="ZoneTexte 5">
            <a:extLst>
              <a:ext uri="{FF2B5EF4-FFF2-40B4-BE49-F238E27FC236}">
                <a16:creationId xmlns:a16="http://schemas.microsoft.com/office/drawing/2014/main" id="{6E65DEA2-49C6-C095-AC94-C3EBD1D05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735" y="674400"/>
            <a:ext cx="8014531" cy="575542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GB" sz="1600" noProof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pandas as pd</a:t>
            </a:r>
          </a:p>
          <a:p>
            <a:pPr>
              <a:buNone/>
            </a:pPr>
            <a:endParaRPr lang="en-GB" sz="1600" noProof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noProof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import csv and use column 0 as index</a:t>
            </a:r>
          </a:p>
          <a:p>
            <a:pPr>
              <a:buNone/>
            </a:pPr>
            <a:r>
              <a:rPr lang="en-GB" sz="1600" noProof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brics = pd.read_csv("/path/brics.csv", index_col=0)</a:t>
            </a:r>
          </a:p>
          <a:p>
            <a:pPr>
              <a:buNone/>
            </a:pPr>
            <a:endParaRPr lang="en-GB" sz="1600" noProof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noProof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lab, row in brics.iterrows():</a:t>
            </a:r>
          </a:p>
          <a:p>
            <a:pPr>
              <a:buNone/>
            </a:pPr>
            <a:r>
              <a:rPr lang="en-GB" sz="1600" noProof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print(lab)   </a:t>
            </a:r>
            <a:r>
              <a:rPr lang="en-GB" sz="1600" noProof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label</a:t>
            </a:r>
          </a:p>
          <a:p>
            <a:pPr>
              <a:buNone/>
            </a:pPr>
            <a:r>
              <a:rPr lang="en-GB" sz="1600" noProof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print(row)   </a:t>
            </a:r>
            <a:r>
              <a:rPr lang="en-GB" sz="1600" noProof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row (Series)</a:t>
            </a:r>
          </a:p>
          <a:p>
            <a:pPr>
              <a:buNone/>
            </a:pPr>
            <a:r>
              <a:rPr lang="en-GB" sz="1600" noProof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</a:t>
            </a:r>
          </a:p>
          <a:p>
            <a:pPr>
              <a:buNone/>
            </a:pP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country        Brazil</a:t>
            </a:r>
          </a:p>
          <a:p>
            <a:pPr>
              <a:buNone/>
            </a:pP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capital      Brasilia</a:t>
            </a:r>
          </a:p>
          <a:p>
            <a:pPr>
              <a:buNone/>
            </a:pP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area            8.516</a:t>
            </a:r>
          </a:p>
          <a:p>
            <a:pPr>
              <a:buNone/>
            </a:pPr>
            <a:r>
              <a:rPr lang="en-GB" sz="16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population      200.4</a:t>
            </a:r>
          </a:p>
          <a:p>
            <a:pPr>
              <a:buNone/>
            </a:pPr>
            <a:r>
              <a:rPr lang="en-GB" sz="1600" dirty="0">
                <a:solidFill>
                  <a:srgbClr val="00009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Name: BR, </a:t>
            </a:r>
            <a:r>
              <a:rPr lang="en-GB" sz="1600" dirty="0" err="1">
                <a:solidFill>
                  <a:srgbClr val="00009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dtype</a:t>
            </a:r>
            <a:r>
              <a:rPr lang="en-GB" sz="1600" dirty="0">
                <a:solidFill>
                  <a:srgbClr val="00009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object </a:t>
            </a:r>
            <a:br>
              <a:rPr lang="en-GB" sz="1600" dirty="0">
                <a:solidFill>
                  <a:srgbClr val="00009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</a:t>
            </a:r>
            <a:r>
              <a:rPr lang="fr-FR" sz="1600" dirty="0" err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dtype</a:t>
            </a:r>
            <a:r>
              <a:rPr lang="fr-FR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</a:t>
            </a:r>
            <a:r>
              <a:rPr lang="fr-FR" sz="1600" dirty="0" err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object</a:t>
            </a:r>
            <a:r>
              <a:rPr lang="fr-FR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fr-FR" sz="1600" dirty="0" err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because</a:t>
            </a:r>
            <a:r>
              <a:rPr lang="fr-FR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the </a:t>
            </a:r>
            <a:r>
              <a:rPr lang="fr-FR" sz="1600" dirty="0" err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row</a:t>
            </a:r>
            <a:r>
              <a:rPr lang="fr-FR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mixes </a:t>
            </a:r>
            <a:r>
              <a:rPr lang="fr-FR" sz="1600" dirty="0" err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str</a:t>
            </a:r>
            <a:r>
              <a:rPr lang="fr-FR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and </a:t>
            </a:r>
            <a:r>
              <a:rPr lang="fr-FR" sz="1600" dirty="0" err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float</a:t>
            </a:r>
            <a:br>
              <a:rPr lang="en-GB" sz="1600" noProof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endParaRPr lang="en-GB" sz="1600" noProof="1">
              <a:solidFill>
                <a:srgbClr val="00B05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noProof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 …</a:t>
            </a:r>
          </a:p>
        </p:txBody>
      </p:sp>
    </p:spTree>
    <p:extLst>
      <p:ext uri="{BB962C8B-B14F-4D97-AF65-F5344CB8AC3E}">
        <p14:creationId xmlns:p14="http://schemas.microsoft.com/office/powerpoint/2010/main" val="204913363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For loop on a </a:t>
            </a:r>
            <a:r>
              <a:rPr lang="en-GB" altLang="fr-FR" sz="2800" dirty="0" err="1">
                <a:solidFill>
                  <a:srgbClr val="00009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dataframe</a:t>
            </a:r>
            <a:endParaRPr lang="en-GB" altLang="fr-FR" sz="2800" dirty="0">
              <a:solidFill>
                <a:srgbClr val="00009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32BB807-C3AA-E185-A5AC-476F2559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Vannson </a:t>
            </a:r>
            <a:r>
              <a:rPr lang="fr-FR" dirty="0" err="1"/>
              <a:t>N.,PhD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4EDB15-529D-B890-753C-E5EEED9C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84</a:t>
            </a:fld>
            <a:endParaRPr lang="fr-FR" altLang="fr-FR"/>
          </a:p>
        </p:txBody>
      </p:sp>
      <p:sp>
        <p:nvSpPr>
          <p:cNvPr id="4" name="ZoneTexte 5">
            <a:extLst>
              <a:ext uri="{FF2B5EF4-FFF2-40B4-BE49-F238E27FC236}">
                <a16:creationId xmlns:a16="http://schemas.microsoft.com/office/drawing/2014/main" id="{6E65DEA2-49C6-C095-AC94-C3EBD1D05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735" y="2077861"/>
            <a:ext cx="8014531" cy="270227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GB" sz="1600" noProof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lab, row in brics.iterrows():</a:t>
            </a:r>
          </a:p>
          <a:p>
            <a:pPr>
              <a:buNone/>
            </a:pPr>
            <a:r>
              <a:rPr lang="en-GB" sz="1600" noProof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print(lab + ":" + row["capital"])</a:t>
            </a:r>
          </a:p>
          <a:p>
            <a:pPr>
              <a:buNone/>
            </a:pPr>
            <a:endParaRPr lang="en-GB" sz="1600" noProof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buNone/>
            </a:pPr>
            <a:r>
              <a:rPr lang="en-GB" sz="1600" noProof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</a:p>
          <a:p>
            <a:pPr>
              <a:buNone/>
            </a:pPr>
            <a:r>
              <a:rPr lang="en-GB" sz="1600" noProof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BR:Brasilia</a:t>
            </a:r>
          </a:p>
          <a:p>
            <a:pPr>
              <a:buNone/>
            </a:pPr>
            <a:r>
              <a:rPr lang="en-GB" sz="1600" noProof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RU:Moscow</a:t>
            </a:r>
          </a:p>
          <a:p>
            <a:pPr>
              <a:buNone/>
            </a:pPr>
            <a:r>
              <a:rPr lang="en-GB" sz="1600" noProof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IN:New Delhi</a:t>
            </a:r>
          </a:p>
          <a:p>
            <a:pPr>
              <a:buNone/>
            </a:pPr>
            <a:r>
              <a:rPr lang="en-GB" sz="1600" noProof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CH:Beijing</a:t>
            </a:r>
          </a:p>
          <a:p>
            <a:pPr>
              <a:buNone/>
            </a:pPr>
            <a:r>
              <a:rPr lang="en-GB" sz="1600" noProof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SA:Pretoria</a:t>
            </a:r>
          </a:p>
        </p:txBody>
      </p:sp>
    </p:spTree>
    <p:extLst>
      <p:ext uri="{BB962C8B-B14F-4D97-AF65-F5344CB8AC3E}">
        <p14:creationId xmlns:p14="http://schemas.microsoft.com/office/powerpoint/2010/main" val="160489402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52D859-0C50-7F9D-08D8-889E44EA8AC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 b="0" dirty="0">
                <a:latin typeface="Calibri Light" panose="020F0302020204030204" pitchFamily="34" charset="0"/>
                <a:cs typeface="Calibri Light" panose="020F0302020204030204" pitchFamily="34" charset="0"/>
              </a:rPr>
              <a:t>Let’s </a:t>
            </a:r>
            <a:r>
              <a:rPr lang="en-GB" b="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practice</a:t>
            </a:r>
            <a:endParaRPr lang="en-GB" b="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020A21A7-612B-6347-D3EE-68C45DD91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2313" y="5315045"/>
            <a:ext cx="1013188" cy="1110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5">
            <a:extLst>
              <a:ext uri="{FF2B5EF4-FFF2-40B4-BE49-F238E27FC236}">
                <a16:creationId xmlns:a16="http://schemas.microsoft.com/office/drawing/2014/main" id="{CE8F8177-7C68-53C8-EB5D-82B3F9976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45830"/>
            <a:ext cx="3818965" cy="646331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0"/>
              </a:spcBef>
            </a:pPr>
            <a:r>
              <a:rPr lang="en-GB" altLang="fr-FR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25-loop_datastructure.py</a:t>
            </a:r>
          </a:p>
          <a:p>
            <a:pPr marL="285750" indent="-285750">
              <a:spcBef>
                <a:spcPct val="0"/>
              </a:spcBef>
            </a:pPr>
            <a:r>
              <a:rPr lang="en-GB" altLang="fr-FR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26-loop_dataframe.py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6451721-C369-77FF-A86D-964E16756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A72896F-8785-9134-7307-EA24701A4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644B14-5C44-904A-A7D8-F9A5236995E2}" type="slidenum">
              <a:rPr lang="fr-FR" altLang="fr-FR" smtClean="0"/>
              <a:pPr>
                <a:defRPr/>
              </a:pPr>
              <a:t>85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05890204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52D859-0C50-7F9D-08D8-889E44EA8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>
                <a:latin typeface="Calibri Light" panose="020F0302020204030204" pitchFamily="34" charset="0"/>
                <a:cs typeface="Calibri Light" panose="020F0302020204030204" pitchFamily="34" charset="0"/>
              </a:rPr>
              <a:t>WRITE YOUR OWN FUNCTION</a:t>
            </a: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020A21A7-612B-6347-D3EE-68C45DD91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2313" y="5315045"/>
            <a:ext cx="1013188" cy="1110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C03393D-5911-DABC-218D-95C6F84E9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787B6B0-3F41-CA8D-A819-E0543076D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644B14-5C44-904A-A7D8-F9A5236995E2}" type="slidenum">
              <a:rPr lang="fr-FR" altLang="fr-FR" smtClean="0"/>
              <a:pPr>
                <a:defRPr/>
              </a:pPr>
              <a:t>86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28078294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Write your own function</a:t>
            </a:r>
          </a:p>
        </p:txBody>
      </p:sp>
      <p:sp>
        <p:nvSpPr>
          <p:cNvPr id="58371" name="ZoneTexte 5">
            <a:extLst>
              <a:ext uri="{FF2B5EF4-FFF2-40B4-BE49-F238E27FC236}">
                <a16:creationId xmlns:a16="http://schemas.microsoft.com/office/drawing/2014/main" id="{D62A8895-E46F-B13B-DECD-1244CC344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9" y="1196975"/>
            <a:ext cx="8272463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/>
            <a:r>
              <a:rPr lang="en-GB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A function has a name, parameters and a body. return sends a value back to the caller</a:t>
            </a:r>
          </a:p>
          <a:p>
            <a:pPr>
              <a:buNone/>
            </a:pPr>
            <a:endParaRPr sz="800"/>
          </a:p>
          <a:p>
            <a:pPr>
              <a:buNone/>
            </a:pPr>
            <a:r>
              <a:rPr lang="en-GB" sz="1600" dirty="0">
                <a:solidFill>
                  <a:srgbClr val="8100C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add_numbers(a, b):          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a, b are parameters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GB" sz="1600" dirty="0">
                <a:solidFill>
                  <a:srgbClr val="8100C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return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a + b                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send the result back</a:t>
            </a:r>
          </a:p>
          <a:p>
            <a:pPr>
              <a:buNone/>
            </a:pPr>
            <a:endParaRPr sz="800"/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result = add_numbers(</a:t>
            </a:r>
            <a:r>
              <a:rPr lang="en-GB" sz="1600" dirty="0">
                <a:solidFill>
                  <a:srgbClr val="0080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GB" sz="1600" dirty="0">
                <a:solidFill>
                  <a:srgbClr val="0080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      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1, 3 are arguments</a:t>
            </a:r>
          </a:p>
          <a:p>
            <a:pPr>
              <a:buNone/>
            </a:pPr>
            <a:r>
              <a:rPr lang="en-GB" sz="1600" dirty="0">
                <a:solidFill>
                  <a:srgbClr val="0051C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(result)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4</a:t>
            </a:r>
          </a:p>
          <a:p>
            <a:pPr>
              <a:buNone/>
            </a:pPr>
            <a:endParaRPr sz="800"/>
          </a:p>
          <a:p>
            <a:pPr>
              <a:buNone/>
            </a:pP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print() only displays a value, return gives it back</a:t>
            </a:r>
          </a:p>
          <a:p>
            <a:pPr>
              <a:buNone/>
            </a:pPr>
            <a:r>
              <a:rPr lang="en-GB" sz="1600" dirty="0">
                <a:solidFill>
                  <a:srgbClr val="8100C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add_print(a, b):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GB" sz="1600" dirty="0">
                <a:solidFill>
                  <a:srgbClr val="0051C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(a + b)</a:t>
            </a:r>
          </a:p>
          <a:p>
            <a:pPr>
              <a:buNone/>
            </a:pPr>
            <a:endParaRPr sz="800"/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 = add_print(</a:t>
            </a:r>
            <a:r>
              <a:rPr lang="en-GB" sz="1600" dirty="0">
                <a:solidFill>
                  <a:srgbClr val="0080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GB" sz="1600" dirty="0">
                <a:solidFill>
                  <a:srgbClr val="0080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             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displays 4</a:t>
            </a:r>
          </a:p>
          <a:p>
            <a:pPr>
              <a:buNone/>
            </a:pPr>
            <a:r>
              <a:rPr lang="en-GB" sz="1600" dirty="0">
                <a:solidFill>
                  <a:srgbClr val="0051C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(x)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None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C99774B7-F3EE-828D-83AD-942F2A286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6AE6D1F-CBF3-FC38-E6E5-AAF5B1F39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87</a:t>
            </a:fld>
            <a:endParaRPr lang="fr-FR" altLang="fr-FR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Parameters and return values</a:t>
            </a:r>
          </a:p>
        </p:txBody>
      </p:sp>
      <p:sp>
        <p:nvSpPr>
          <p:cNvPr id="58371" name="ZoneTexte 5">
            <a:extLst>
              <a:ext uri="{FF2B5EF4-FFF2-40B4-BE49-F238E27FC236}">
                <a16:creationId xmlns:a16="http://schemas.microsoft.com/office/drawing/2014/main" id="{D62A8895-E46F-B13B-DECD-1244CC344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9" y="1196975"/>
            <a:ext cx="8272463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/>
            <a:r>
              <a:rPr lang="en-GB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A function can take several parameters and return several values (as a tuple)</a:t>
            </a:r>
          </a:p>
          <a:p>
            <a:pPr>
              <a:buNone/>
            </a:pPr>
            <a:endParaRPr sz="800"/>
          </a:p>
          <a:p>
            <a:pPr>
              <a:buNone/>
            </a:pPr>
            <a:r>
              <a:rPr lang="en-GB" sz="1600" dirty="0">
                <a:solidFill>
                  <a:srgbClr val="8100C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bmi(weight, height):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GB" sz="1600" dirty="0">
                <a:solidFill>
                  <a:srgbClr val="008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"""Return the body mass index"""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docstring: help text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GB" sz="1600" dirty="0">
                <a:solidFill>
                  <a:srgbClr val="8100C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return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weight / height ** </a:t>
            </a:r>
            <a:r>
              <a:rPr lang="en-GB" sz="1600" dirty="0">
                <a:solidFill>
                  <a:srgbClr val="0080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</a:t>
            </a:r>
          </a:p>
          <a:p>
            <a:pPr>
              <a:buNone/>
            </a:pPr>
            <a:endParaRPr sz="800"/>
          </a:p>
          <a:p>
            <a:pPr>
              <a:buNone/>
            </a:pPr>
            <a:r>
              <a:rPr lang="en-GB" sz="1600" dirty="0">
                <a:solidFill>
                  <a:srgbClr val="0051C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round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(bmi(</a:t>
            </a:r>
            <a:r>
              <a:rPr lang="en-GB" sz="1600" dirty="0">
                <a:solidFill>
                  <a:srgbClr val="0080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65.4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GB" sz="1600" dirty="0">
                <a:solidFill>
                  <a:srgbClr val="0080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1.85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), </a:t>
            </a:r>
            <a:r>
              <a:rPr lang="en-GB" sz="1600" dirty="0">
                <a:solidFill>
                  <a:srgbClr val="0080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19.11</a:t>
            </a:r>
          </a:p>
          <a:p>
            <a:pPr>
              <a:buNone/>
            </a:pPr>
            <a:endParaRPr sz="800"/>
          </a:p>
          <a:p>
            <a:pPr>
              <a:buNone/>
            </a:pPr>
            <a:r>
              <a:rPr lang="en-GB" sz="1600" dirty="0">
                <a:solidFill>
                  <a:srgbClr val="8100C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min_max(values):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GB" sz="1600" dirty="0">
                <a:solidFill>
                  <a:srgbClr val="8100C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return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sz="1600" dirty="0">
                <a:solidFill>
                  <a:srgbClr val="0051C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min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(values), </a:t>
            </a:r>
            <a:r>
              <a:rPr lang="en-GB" sz="1600" dirty="0">
                <a:solidFill>
                  <a:srgbClr val="0051C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max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(values)       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returns a tuple</a:t>
            </a:r>
          </a:p>
          <a:p>
            <a:pPr>
              <a:buNone/>
            </a:pPr>
            <a:endParaRPr sz="800"/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low, high = min_max([</a:t>
            </a:r>
            <a:r>
              <a:rPr lang="en-GB" sz="1600" dirty="0">
                <a:solidFill>
                  <a:srgbClr val="0080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19.7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GB" sz="1600" dirty="0">
                <a:solidFill>
                  <a:srgbClr val="0080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40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GB" sz="1600" dirty="0">
                <a:solidFill>
                  <a:srgbClr val="0080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28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GB" sz="1600" dirty="0">
                <a:solidFill>
                  <a:srgbClr val="0080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23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])   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tuple unpacking</a:t>
            </a:r>
          </a:p>
          <a:p>
            <a:pPr>
              <a:buNone/>
            </a:pPr>
            <a:r>
              <a:rPr lang="en-GB" sz="1600" dirty="0">
                <a:solidFill>
                  <a:srgbClr val="0051C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(low, high)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19.7 40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C99774B7-F3EE-828D-83AD-942F2A286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6AE6D1F-CBF3-FC38-E6E5-AAF5B1F39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88</a:t>
            </a:fld>
            <a:endParaRPr lang="fr-FR" altLang="fr-FR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Counting with a dictionary</a:t>
            </a:r>
          </a:p>
        </p:txBody>
      </p:sp>
      <p:sp>
        <p:nvSpPr>
          <p:cNvPr id="58371" name="ZoneTexte 5">
            <a:extLst>
              <a:ext uri="{FF2B5EF4-FFF2-40B4-BE49-F238E27FC236}">
                <a16:creationId xmlns:a16="http://schemas.microsoft.com/office/drawing/2014/main" id="{D62A8895-E46F-B13B-DECD-1244CC344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9" y="1196975"/>
            <a:ext cx="8272463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/>
            <a:r>
              <a:rPr lang="en-GB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Pattern: loop over the values and update a dictionary (key = value, count = occurrences)</a:t>
            </a:r>
          </a:p>
          <a:p>
            <a:pPr>
              <a:buNone/>
            </a:pPr>
            <a:endParaRPr sz="800"/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languages = [</a:t>
            </a:r>
            <a:r>
              <a:rPr lang="en-GB" sz="1600" dirty="0">
                <a:solidFill>
                  <a:srgbClr val="008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"en"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GB" sz="1600" dirty="0">
                <a:solidFill>
                  <a:srgbClr val="008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"fr"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GB" sz="1600" dirty="0">
                <a:solidFill>
                  <a:srgbClr val="008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"en"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GB" sz="1600" dirty="0">
                <a:solidFill>
                  <a:srgbClr val="008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"es"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GB" sz="1600" dirty="0">
                <a:solidFill>
                  <a:srgbClr val="008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"en"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counts = {}</a:t>
            </a:r>
          </a:p>
          <a:p>
            <a:pPr>
              <a:buNone/>
            </a:pPr>
            <a:endParaRPr sz="800"/>
          </a:p>
          <a:p>
            <a:pPr>
              <a:buNone/>
            </a:pPr>
            <a:r>
              <a:rPr lang="en-GB" sz="1600" dirty="0">
                <a:solidFill>
                  <a:srgbClr val="8100C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lang </a:t>
            </a:r>
            <a:r>
              <a:rPr lang="en-GB" sz="1600" dirty="0">
                <a:solidFill>
                  <a:srgbClr val="8100C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languages: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GB" sz="1600" dirty="0">
                <a:solidFill>
                  <a:srgbClr val="8100C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lang </a:t>
            </a:r>
            <a:r>
              <a:rPr lang="en-GB" sz="1600" dirty="0">
                <a:solidFill>
                  <a:srgbClr val="8100C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counts.keys():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counts[lang] = counts[lang] + </a:t>
            </a:r>
            <a:r>
              <a:rPr lang="en-GB" sz="1600" dirty="0">
                <a:solidFill>
                  <a:srgbClr val="0080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key exists: add 1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GB" sz="1600" dirty="0">
                <a:solidFill>
                  <a:srgbClr val="8100C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else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counts[lang] = </a:t>
            </a:r>
            <a:r>
              <a:rPr lang="en-GB" sz="1600" dirty="0">
                <a:solidFill>
                  <a:srgbClr val="0080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       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new key: start at 1</a:t>
            </a:r>
          </a:p>
          <a:p>
            <a:pPr>
              <a:buNone/>
            </a:pPr>
            <a:endParaRPr sz="800"/>
          </a:p>
          <a:p>
            <a:pPr>
              <a:buNone/>
            </a:pPr>
            <a:r>
              <a:rPr lang="en-GB" sz="1600" dirty="0">
                <a:solidFill>
                  <a:srgbClr val="0051C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(counts)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{'en': 3, 'fr': 1, 'es': 1}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C99774B7-F3EE-828D-83AD-942F2A286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6AE6D1F-CBF3-FC38-E6E5-AAF5B1F39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89</a:t>
            </a:fld>
            <a:endParaRPr lang="fr-FR" altLang="fr-FR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Function on a DataFrame</a:t>
            </a:r>
          </a:p>
        </p:txBody>
      </p:sp>
      <p:sp>
        <p:nvSpPr>
          <p:cNvPr id="58371" name="ZoneTexte 5">
            <a:extLst>
              <a:ext uri="{FF2B5EF4-FFF2-40B4-BE49-F238E27FC236}">
                <a16:creationId xmlns:a16="http://schemas.microsoft.com/office/drawing/2014/main" id="{D62A8895-E46F-B13B-DECD-1244CC344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9" y="1196975"/>
            <a:ext cx="8272463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/>
            <a:r>
              <a:rPr lang="en-GB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Pass the DataFrame and a column name as parameters, loop over the column, return the result</a:t>
            </a:r>
          </a:p>
          <a:p>
            <a:pPr>
              <a:buNone/>
            </a:pPr>
            <a:endParaRPr sz="800"/>
          </a:p>
          <a:p>
            <a:pPr>
              <a:buNone/>
            </a:pPr>
            <a:r>
              <a:rPr lang="en-GB" sz="1600" dirty="0">
                <a:solidFill>
                  <a:srgbClr val="8100C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column_mean(df, col_name):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GB" sz="1600" dirty="0">
                <a:solidFill>
                  <a:srgbClr val="008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"""Return the mean of a numeric column"""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total = </a:t>
            </a:r>
            <a:r>
              <a:rPr lang="en-GB" sz="1600" dirty="0">
                <a:solidFill>
                  <a:srgbClr val="0080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GB" sz="1600" dirty="0">
                <a:solidFill>
                  <a:srgbClr val="8100C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value </a:t>
            </a:r>
            <a:r>
              <a:rPr lang="en-GB" sz="1600" dirty="0">
                <a:solidFill>
                  <a:srgbClr val="8100C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df[col_name]: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total = total + value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GB" sz="1600" dirty="0">
                <a:solidFill>
                  <a:srgbClr val="8100C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return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total / </a:t>
            </a:r>
            <a:r>
              <a:rPr lang="en-GB" sz="1600" dirty="0">
                <a:solidFill>
                  <a:srgbClr val="0051C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len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(df)</a:t>
            </a:r>
          </a:p>
          <a:p>
            <a:pPr>
              <a:buNone/>
            </a:pPr>
            <a:endParaRPr sz="800"/>
          </a:p>
          <a:p>
            <a:pPr>
              <a:buNone/>
            </a:pPr>
            <a:r>
              <a:rPr lang="en-GB" sz="1600" dirty="0">
                <a:solidFill>
                  <a:srgbClr val="0051C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round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(column_mean(brics, </a:t>
            </a:r>
            <a:r>
              <a:rPr lang="en-GB" sz="1600" dirty="0">
                <a:solidFill>
                  <a:srgbClr val="008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"area"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), </a:t>
            </a:r>
            <a:r>
              <a:rPr lang="en-GB" sz="1600" dirty="0">
                <a:solidFill>
                  <a:srgbClr val="0080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7.944</a:t>
            </a:r>
          </a:p>
          <a:p>
            <a:pPr>
              <a:buNone/>
            </a:pPr>
            <a:endParaRPr sz="800"/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matplotlib.pyplot as plt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plt.bar(brics[</a:t>
            </a:r>
            <a:r>
              <a:rPr lang="en-GB" sz="1600" dirty="0">
                <a:solidFill>
                  <a:srgbClr val="008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"country"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], brics[</a:t>
            </a:r>
            <a:r>
              <a:rPr lang="en-GB" sz="1600" dirty="0">
                <a:solidFill>
                  <a:srgbClr val="008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"area"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])    </a:t>
            </a:r>
            <a:r>
              <a:rPr lang="en-GB" sz="16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bar plot</a:t>
            </a:r>
          </a:p>
          <a:p>
            <a:pPr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plt.show()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C99774B7-F3EE-828D-83AD-942F2A286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6AE6D1F-CBF3-FC38-E6E5-AAF5B1F39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90</a:t>
            </a:fld>
            <a:endParaRPr lang="fr-FR" altLang="fr-FR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52D859-0C50-7F9D-08D8-889E44EA8AC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 b="0" dirty="0">
                <a:latin typeface="Calibri Light" panose="020F0302020204030204" pitchFamily="34" charset="0"/>
                <a:cs typeface="Calibri Light" panose="020F0302020204030204" pitchFamily="34" charset="0"/>
              </a:rPr>
              <a:t>Let’s </a:t>
            </a:r>
            <a:r>
              <a:rPr lang="en-GB" b="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practice</a:t>
            </a:r>
            <a:endParaRPr lang="en-GB" b="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020A21A7-612B-6347-D3EE-68C45DD91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2313" y="5315045"/>
            <a:ext cx="1013188" cy="1110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5">
            <a:extLst>
              <a:ext uri="{FF2B5EF4-FFF2-40B4-BE49-F238E27FC236}">
                <a16:creationId xmlns:a16="http://schemas.microsoft.com/office/drawing/2014/main" id="{CE8F8177-7C68-53C8-EB5D-82B3F9976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45830"/>
            <a:ext cx="3818965" cy="923330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0"/>
              </a:spcBef>
            </a:pPr>
            <a:r>
              <a:rPr lang="en-GB" altLang="fr-FR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27-user_defined_function.py</a:t>
            </a:r>
          </a:p>
          <a:p>
            <a:pPr marL="285750" indent="-285750">
              <a:spcBef>
                <a:spcPct val="0"/>
              </a:spcBef>
            </a:pPr>
            <a:r>
              <a:rPr lang="en-GB" altLang="fr-FR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28-multi_params.py</a:t>
            </a:r>
          </a:p>
          <a:p>
            <a:pPr marL="285750" indent="-285750">
              <a:spcBef>
                <a:spcPct val="0"/>
              </a:spcBef>
            </a:pPr>
            <a:r>
              <a:rPr lang="en-GB" altLang="fr-FR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29-final_script.py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6451721-C369-77FF-A86D-964E16756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A72896F-8785-9134-7307-EA24701A4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644B14-5C44-904A-A7D8-F9A5236995E2}" type="slidenum">
              <a:rPr lang="fr-FR" altLang="fr-FR" smtClean="0"/>
              <a:pPr>
                <a:defRPr/>
              </a:pPr>
              <a:t>91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71336867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52D859-0C50-7F9D-08D8-889E44EA8AC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 b="0" dirty="0">
                <a:latin typeface="Calibri Light" panose="020F0302020204030204" pitchFamily="34" charset="0"/>
                <a:cs typeface="Calibri Light" panose="020F0302020204030204" pitchFamily="34" charset="0"/>
              </a:rPr>
              <a:t>END COURSE EVALUATION</a:t>
            </a: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020A21A7-612B-6347-D3EE-68C45DD91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2313" y="5315045"/>
            <a:ext cx="1013188" cy="1110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5ADA0A2-C0EB-0121-8BCE-D458881DA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54A7D47-14D6-1719-B9A0-91B944793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644B14-5C44-904A-A7D8-F9A5236995E2}" type="slidenum">
              <a:rPr lang="fr-FR" altLang="fr-FR" smtClean="0"/>
              <a:pPr>
                <a:defRPr/>
              </a:pPr>
              <a:t>92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03846927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re 1">
            <a:extLst>
              <a:ext uri="{FF2B5EF4-FFF2-40B4-BE49-F238E27FC236}">
                <a16:creationId xmlns:a16="http://schemas.microsoft.com/office/drawing/2014/main" id="{B8F9E4BA-C91A-046E-6851-23750F0BD4E0}"/>
              </a:ext>
            </a:extLst>
          </p:cNvPr>
          <p:cNvSpPr txBox="1">
            <a:spLocks/>
          </p:cNvSpPr>
          <p:nvPr/>
        </p:nvSpPr>
        <p:spPr bwMode="auto">
          <a:xfrm>
            <a:off x="593725" y="296863"/>
            <a:ext cx="801846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fr-FR" sz="2800" dirty="0">
                <a:solidFill>
                  <a:srgbClr val="000090"/>
                </a:solidFill>
                <a:latin typeface="Calibri Light" panose="020F0302020204030204" pitchFamily="34" charset="0"/>
              </a:rPr>
              <a:t>End course evaluation</a:t>
            </a:r>
          </a:p>
        </p:txBody>
      </p:sp>
      <p:sp>
        <p:nvSpPr>
          <p:cNvPr id="58370" name="ZoneTexte 5">
            <a:extLst>
              <a:ext uri="{FF2B5EF4-FFF2-40B4-BE49-F238E27FC236}">
                <a16:creationId xmlns:a16="http://schemas.microsoft.com/office/drawing/2014/main" id="{401ACFC1-3D3C-DA6C-93F3-530C815E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26707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58371" name="ZoneTexte 5">
            <a:extLst>
              <a:ext uri="{FF2B5EF4-FFF2-40B4-BE49-F238E27FC236}">
                <a16:creationId xmlns:a16="http://schemas.microsoft.com/office/drawing/2014/main" id="{D62A8895-E46F-B13B-DECD-1244CC344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9" y="2136339"/>
            <a:ext cx="8272463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0"/>
              </a:spcBef>
            </a:pPr>
            <a:r>
              <a:rPr lang="en-GB" altLang="fr-FR" sz="1800" dirty="0">
                <a:latin typeface="Calibri Light" panose="020F0302020204030204" pitchFamily="34" charset="0"/>
              </a:rPr>
              <a:t>In PYTHON_101 folder lies the project folder containing the script template with all the instructions</a:t>
            </a:r>
          </a:p>
          <a:p>
            <a:pPr marL="285750" indent="-285750">
              <a:spcBef>
                <a:spcPct val="0"/>
              </a:spcBef>
            </a:pPr>
            <a:endParaRPr lang="en-GB" altLang="fr-FR" sz="1800" dirty="0">
              <a:latin typeface="Calibri Light" panose="020F0302020204030204" pitchFamily="34" charset="0"/>
            </a:endParaRPr>
          </a:p>
          <a:p>
            <a:pPr marL="285750" indent="-285750">
              <a:spcBef>
                <a:spcPct val="0"/>
              </a:spcBef>
            </a:pPr>
            <a:r>
              <a:rPr lang="en-GB" altLang="fr-FR" sz="1800" dirty="0">
                <a:latin typeface="Calibri Light" panose="020F0302020204030204" pitchFamily="34" charset="0"/>
              </a:rPr>
              <a:t>Rename the template with your name and PYTHON_101, </a:t>
            </a:r>
            <a:br>
              <a:rPr lang="en-GB" altLang="fr-FR" sz="1800" dirty="0">
                <a:latin typeface="Calibri Light" panose="020F0302020204030204" pitchFamily="34" charset="0"/>
              </a:rPr>
            </a:br>
            <a:r>
              <a:rPr lang="en-GB" altLang="fr-FR" sz="1800" dirty="0">
                <a:solidFill>
                  <a:srgbClr val="000090"/>
                </a:solidFill>
                <a:latin typeface="Calibri Light" panose="020F0302020204030204" pitchFamily="34" charset="0"/>
              </a:rPr>
              <a:t>ex: VANNSON_PYTHON_101.py</a:t>
            </a:r>
          </a:p>
          <a:p>
            <a:pPr marL="285750" indent="-285750">
              <a:spcBef>
                <a:spcPct val="0"/>
              </a:spcBef>
            </a:pPr>
            <a:endParaRPr lang="en-GB" altLang="fr-FR" sz="1800" dirty="0">
              <a:latin typeface="Calibri Light" panose="020F0302020204030204" pitchFamily="34" charset="0"/>
            </a:endParaRPr>
          </a:p>
          <a:p>
            <a:pPr marL="285750" indent="-285750">
              <a:spcBef>
                <a:spcPct val="0"/>
              </a:spcBef>
            </a:pPr>
            <a:r>
              <a:rPr lang="en-GB" altLang="fr-FR" sz="1800" dirty="0">
                <a:latin typeface="Calibri Light" panose="020F0302020204030204" pitchFamily="34" charset="0"/>
              </a:rPr>
              <a:t>When done, upload it on campus</a:t>
            </a:r>
          </a:p>
          <a:p>
            <a:pPr marL="285750" indent="-285750">
              <a:spcBef>
                <a:spcPct val="0"/>
              </a:spcBef>
            </a:pPr>
            <a:endParaRPr lang="en-GB" altLang="fr-FR" sz="1800" dirty="0">
              <a:latin typeface="Calibri Light" panose="020F0302020204030204" pitchFamily="34" charset="0"/>
            </a:endParaRPr>
          </a:p>
          <a:p>
            <a:pPr marL="285750" indent="-285750">
              <a:spcBef>
                <a:spcPct val="0"/>
              </a:spcBef>
            </a:pPr>
            <a:r>
              <a:rPr lang="en-GB" altLang="fr-FR" sz="1800" dirty="0">
                <a:latin typeface="Calibri Light" panose="020F0302020204030204" pitchFamily="34" charset="0"/>
              </a:rPr>
              <a:t>You’ll have a week, deadline : 23/10/2026 @23h59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9547F768-BBCA-490E-9E52-A7B059CC3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DC33A97-D019-80D9-276E-B4D83E325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93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84458959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ZoneTexte 1">
            <a:extLst>
              <a:ext uri="{FF2B5EF4-FFF2-40B4-BE49-F238E27FC236}">
                <a16:creationId xmlns:a16="http://schemas.microsoft.com/office/drawing/2014/main" id="{27C1DBBD-A4FA-B409-0C79-DB83941D86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5050" y="4262438"/>
            <a:ext cx="7172325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3600" dirty="0" err="1">
                <a:solidFill>
                  <a:srgbClr val="000090"/>
                </a:solidFill>
                <a:latin typeface="Calibri Light" panose="020F0302020204030204" pitchFamily="34" charset="0"/>
              </a:rPr>
              <a:t>vannson.nicolas@gmail.com</a:t>
            </a:r>
            <a:endParaRPr lang="fr-FR" altLang="fr-FR" sz="3600" dirty="0">
              <a:solidFill>
                <a:srgbClr val="000090"/>
              </a:solidFill>
              <a:latin typeface="Calibri Light" panose="020F0302020204030204" pitchFamily="34" charset="0"/>
            </a:endParaRPr>
          </a:p>
        </p:txBody>
      </p:sp>
      <p:pic>
        <p:nvPicPr>
          <p:cNvPr id="114690" name="Image 4">
            <a:extLst>
              <a:ext uri="{FF2B5EF4-FFF2-40B4-BE49-F238E27FC236}">
                <a16:creationId xmlns:a16="http://schemas.microsoft.com/office/drawing/2014/main" id="{5CD510B7-364D-582F-15AF-0E0E03B491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48013" y="1155700"/>
            <a:ext cx="2946400" cy="294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37BA64E0-AA52-9565-DB2A-8096E5DC5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Vannson N.,PhD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2052D56-6A8E-2ED5-8A52-B460AF225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A020FD-5C64-A54D-B00A-5B92ECB4A083}" type="slidenum">
              <a:rPr lang="fr-FR" altLang="fr-FR" smtClean="0"/>
              <a:pPr>
                <a:defRPr/>
              </a:pPr>
              <a:t>94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44005356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_cahors_v1">
  <a:themeElements>
    <a:clrScheme name="Intertitre &amp; Slide Visuel 9">
      <a:dk1>
        <a:srgbClr val="55555A"/>
      </a:dk1>
      <a:lt1>
        <a:srgbClr val="FFFFFF"/>
      </a:lt1>
      <a:dk2>
        <a:srgbClr val="00B2DE"/>
      </a:dk2>
      <a:lt2>
        <a:srgbClr val="C9CFA1"/>
      </a:lt2>
      <a:accent1>
        <a:srgbClr val="AFDEEE"/>
      </a:accent1>
      <a:accent2>
        <a:srgbClr val="B2C400"/>
      </a:accent2>
      <a:accent3>
        <a:srgbClr val="FFFFFF"/>
      </a:accent3>
      <a:accent4>
        <a:srgbClr val="47474C"/>
      </a:accent4>
      <a:accent5>
        <a:srgbClr val="D4ECF5"/>
      </a:accent5>
      <a:accent6>
        <a:srgbClr val="A1B100"/>
      </a:accent6>
      <a:hlink>
        <a:srgbClr val="A1B5C9"/>
      </a:hlink>
      <a:folHlink>
        <a:srgbClr val="4491A7"/>
      </a:folHlink>
    </a:clrScheme>
    <a:fontScheme name="Intertitre &amp; Slide Visuel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folHlink"/>
        </a:solidFill>
        <a:ln w="317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folHlink"/>
        </a:solidFill>
        <a:ln w="317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Intertitre &amp; Slide Visuel 1">
        <a:dk1>
          <a:srgbClr val="55555A"/>
        </a:dk1>
        <a:lt1>
          <a:srgbClr val="FFFFFF"/>
        </a:lt1>
        <a:dk2>
          <a:srgbClr val="005FA0"/>
        </a:dk2>
        <a:lt2>
          <a:srgbClr val="A5AAAA"/>
        </a:lt2>
        <a:accent1>
          <a:srgbClr val="82CDF0"/>
        </a:accent1>
        <a:accent2>
          <a:srgbClr val="7D82B4"/>
        </a:accent2>
        <a:accent3>
          <a:srgbClr val="FFFFFF"/>
        </a:accent3>
        <a:accent4>
          <a:srgbClr val="47474C"/>
        </a:accent4>
        <a:accent5>
          <a:srgbClr val="C1E3F6"/>
        </a:accent5>
        <a:accent6>
          <a:srgbClr val="7175A3"/>
        </a:accent6>
        <a:hlink>
          <a:srgbClr val="87A578"/>
        </a:hlink>
        <a:folHlink>
          <a:srgbClr val="E1784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titre &amp; Slide Visuel 2">
        <a:dk1>
          <a:srgbClr val="55555A"/>
        </a:dk1>
        <a:lt1>
          <a:srgbClr val="FFFFFF"/>
        </a:lt1>
        <a:dk2>
          <a:srgbClr val="999B9D"/>
        </a:dk2>
        <a:lt2>
          <a:srgbClr val="BFD7CE"/>
        </a:lt2>
        <a:accent1>
          <a:srgbClr val="BEBCBD"/>
        </a:accent1>
        <a:accent2>
          <a:srgbClr val="E64B4B"/>
        </a:accent2>
        <a:accent3>
          <a:srgbClr val="FFFFFF"/>
        </a:accent3>
        <a:accent4>
          <a:srgbClr val="47474C"/>
        </a:accent4>
        <a:accent5>
          <a:srgbClr val="DBDADB"/>
        </a:accent5>
        <a:accent6>
          <a:srgbClr val="D04343"/>
        </a:accent6>
        <a:hlink>
          <a:srgbClr val="ACC2D8"/>
        </a:hlink>
        <a:folHlink>
          <a:srgbClr val="E655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titre &amp; Slide Visuel 3">
        <a:dk1>
          <a:srgbClr val="55555A"/>
        </a:dk1>
        <a:lt1>
          <a:srgbClr val="FFFFFF"/>
        </a:lt1>
        <a:dk2>
          <a:srgbClr val="00B2DE"/>
        </a:dk2>
        <a:lt2>
          <a:srgbClr val="E1AF96"/>
        </a:lt2>
        <a:accent1>
          <a:srgbClr val="AFDEEE"/>
        </a:accent1>
        <a:accent2>
          <a:srgbClr val="A2C08E"/>
        </a:accent2>
        <a:accent3>
          <a:srgbClr val="FFFFFF"/>
        </a:accent3>
        <a:accent4>
          <a:srgbClr val="47474C"/>
        </a:accent4>
        <a:accent5>
          <a:srgbClr val="D4ECF5"/>
        </a:accent5>
        <a:accent6>
          <a:srgbClr val="92AE80"/>
        </a:accent6>
        <a:hlink>
          <a:srgbClr val="AACB2B"/>
        </a:hlink>
        <a:folHlink>
          <a:srgbClr val="E655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titre &amp; Slide Visuel 4">
        <a:dk1>
          <a:srgbClr val="55555A"/>
        </a:dk1>
        <a:lt1>
          <a:srgbClr val="FFFFFF"/>
        </a:lt1>
        <a:dk2>
          <a:srgbClr val="AC0481"/>
        </a:dk2>
        <a:lt2>
          <a:srgbClr val="E1AF96"/>
        </a:lt2>
        <a:accent1>
          <a:srgbClr val="EA85AF"/>
        </a:accent1>
        <a:accent2>
          <a:srgbClr val="7DC3BE"/>
        </a:accent2>
        <a:accent3>
          <a:srgbClr val="FFFFFF"/>
        </a:accent3>
        <a:accent4>
          <a:srgbClr val="47474C"/>
        </a:accent4>
        <a:accent5>
          <a:srgbClr val="F3C2D4"/>
        </a:accent5>
        <a:accent6>
          <a:srgbClr val="71B0AC"/>
        </a:accent6>
        <a:hlink>
          <a:srgbClr val="5FB46E"/>
        </a:hlink>
        <a:folHlink>
          <a:srgbClr val="87A09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titre &amp; Slide Visuel 5">
        <a:dk1>
          <a:srgbClr val="55555A"/>
        </a:dk1>
        <a:lt1>
          <a:srgbClr val="FFFFFF"/>
        </a:lt1>
        <a:dk2>
          <a:srgbClr val="C4B200"/>
        </a:dk2>
        <a:lt2>
          <a:srgbClr val="D2D38A"/>
        </a:lt2>
        <a:accent1>
          <a:srgbClr val="EDDD7A"/>
        </a:accent1>
        <a:accent2>
          <a:srgbClr val="CF8C4B"/>
        </a:accent2>
        <a:accent3>
          <a:srgbClr val="FFFFFF"/>
        </a:accent3>
        <a:accent4>
          <a:srgbClr val="47474C"/>
        </a:accent4>
        <a:accent5>
          <a:srgbClr val="F4EBBE"/>
        </a:accent5>
        <a:accent6>
          <a:srgbClr val="BB7E43"/>
        </a:accent6>
        <a:hlink>
          <a:srgbClr val="F5AA00"/>
        </a:hlink>
        <a:folHlink>
          <a:srgbClr val="C6A4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titre &amp; Slide Visuel 6">
        <a:dk1>
          <a:srgbClr val="55555A"/>
        </a:dk1>
        <a:lt1>
          <a:srgbClr val="FFFFFF"/>
        </a:lt1>
        <a:dk2>
          <a:srgbClr val="54AA28"/>
        </a:dk2>
        <a:lt2>
          <a:srgbClr val="C1DEC0"/>
        </a:lt2>
        <a:accent1>
          <a:srgbClr val="CBDA90"/>
        </a:accent1>
        <a:accent2>
          <a:srgbClr val="E64B4B"/>
        </a:accent2>
        <a:accent3>
          <a:srgbClr val="FFFFFF"/>
        </a:accent3>
        <a:accent4>
          <a:srgbClr val="47474C"/>
        </a:accent4>
        <a:accent5>
          <a:srgbClr val="E2EAC6"/>
        </a:accent5>
        <a:accent6>
          <a:srgbClr val="D04343"/>
        </a:accent6>
        <a:hlink>
          <a:srgbClr val="BFBFAF"/>
        </a:hlink>
        <a:folHlink>
          <a:srgbClr val="6A9A6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titre &amp; Slide Visuel 7">
        <a:dk1>
          <a:srgbClr val="55555A"/>
        </a:dk1>
        <a:lt1>
          <a:srgbClr val="FFFFFF"/>
        </a:lt1>
        <a:dk2>
          <a:srgbClr val="999B9D"/>
        </a:dk2>
        <a:lt2>
          <a:srgbClr val="BFD7CE"/>
        </a:lt2>
        <a:accent1>
          <a:srgbClr val="BEBCBD"/>
        </a:accent1>
        <a:accent2>
          <a:srgbClr val="E1784B"/>
        </a:accent2>
        <a:accent3>
          <a:srgbClr val="FFFFFF"/>
        </a:accent3>
        <a:accent4>
          <a:srgbClr val="47474C"/>
        </a:accent4>
        <a:accent5>
          <a:srgbClr val="DBDADB"/>
        </a:accent5>
        <a:accent6>
          <a:srgbClr val="CC6C43"/>
        </a:accent6>
        <a:hlink>
          <a:srgbClr val="A9A8BF"/>
        </a:hlink>
        <a:folHlink>
          <a:srgbClr val="ACC2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titre &amp; Slide Visuel 8">
        <a:dk1>
          <a:srgbClr val="55555A"/>
        </a:dk1>
        <a:lt1>
          <a:srgbClr val="FFFFFF"/>
        </a:lt1>
        <a:dk2>
          <a:srgbClr val="00B2DE"/>
        </a:dk2>
        <a:lt2>
          <a:srgbClr val="C9CFA1"/>
        </a:lt2>
        <a:accent1>
          <a:srgbClr val="AFDEEE"/>
        </a:accent1>
        <a:accent2>
          <a:srgbClr val="AACB2B"/>
        </a:accent2>
        <a:accent3>
          <a:srgbClr val="FFFFFF"/>
        </a:accent3>
        <a:accent4>
          <a:srgbClr val="47474C"/>
        </a:accent4>
        <a:accent5>
          <a:srgbClr val="D4ECF5"/>
        </a:accent5>
        <a:accent6>
          <a:srgbClr val="9AB826"/>
        </a:accent6>
        <a:hlink>
          <a:srgbClr val="A1B5C9"/>
        </a:hlink>
        <a:folHlink>
          <a:srgbClr val="4491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titre &amp; Slide Visuel 9">
        <a:dk1>
          <a:srgbClr val="55555A"/>
        </a:dk1>
        <a:lt1>
          <a:srgbClr val="FFFFFF"/>
        </a:lt1>
        <a:dk2>
          <a:srgbClr val="00B2DE"/>
        </a:dk2>
        <a:lt2>
          <a:srgbClr val="C9CFA1"/>
        </a:lt2>
        <a:accent1>
          <a:srgbClr val="AFDEEE"/>
        </a:accent1>
        <a:accent2>
          <a:srgbClr val="B2C400"/>
        </a:accent2>
        <a:accent3>
          <a:srgbClr val="FFFFFF"/>
        </a:accent3>
        <a:accent4>
          <a:srgbClr val="47474C"/>
        </a:accent4>
        <a:accent5>
          <a:srgbClr val="D4ECF5"/>
        </a:accent5>
        <a:accent6>
          <a:srgbClr val="A1B100"/>
        </a:accent6>
        <a:hlink>
          <a:srgbClr val="A1B5C9"/>
        </a:hlink>
        <a:folHlink>
          <a:srgbClr val="4491A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Titre &amp; Fin Filet">
  <a:themeElements>
    <a:clrScheme name="Titre &amp; Fin Filet 9">
      <a:dk1>
        <a:srgbClr val="55555A"/>
      </a:dk1>
      <a:lt1>
        <a:srgbClr val="FFFFFF"/>
      </a:lt1>
      <a:dk2>
        <a:srgbClr val="00B2DE"/>
      </a:dk2>
      <a:lt2>
        <a:srgbClr val="C9CFA1"/>
      </a:lt2>
      <a:accent1>
        <a:srgbClr val="AFDEEE"/>
      </a:accent1>
      <a:accent2>
        <a:srgbClr val="B2C400"/>
      </a:accent2>
      <a:accent3>
        <a:srgbClr val="FFFFFF"/>
      </a:accent3>
      <a:accent4>
        <a:srgbClr val="47474C"/>
      </a:accent4>
      <a:accent5>
        <a:srgbClr val="D4ECF5"/>
      </a:accent5>
      <a:accent6>
        <a:srgbClr val="A1B100"/>
      </a:accent6>
      <a:hlink>
        <a:srgbClr val="A1B5C9"/>
      </a:hlink>
      <a:folHlink>
        <a:srgbClr val="4491A7"/>
      </a:folHlink>
    </a:clrScheme>
    <a:fontScheme name="2_Titre &amp; Fin Filet">
      <a:majorFont>
        <a:latin typeface=""/>
        <a:ea typeface="MS PGothic"/>
        <a:cs typeface="ＭＳ Ｐゴシック"/>
      </a:majorFont>
      <a:minorFont>
        <a:latin typeface=""/>
        <a:ea typeface="MS PGothic"/>
        <a:cs typeface="ＭＳ Ｐゴシック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folHlink"/>
        </a:solidFill>
        <a:ln w="317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folHlink"/>
        </a:solidFill>
        <a:ln w="317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Titre &amp; Fin Filet 1">
        <a:dk1>
          <a:srgbClr val="55555A"/>
        </a:dk1>
        <a:lt1>
          <a:srgbClr val="FFFFFF"/>
        </a:lt1>
        <a:dk2>
          <a:srgbClr val="005FA0"/>
        </a:dk2>
        <a:lt2>
          <a:srgbClr val="A5AAAA"/>
        </a:lt2>
        <a:accent1>
          <a:srgbClr val="82CDF0"/>
        </a:accent1>
        <a:accent2>
          <a:srgbClr val="7D82B4"/>
        </a:accent2>
        <a:accent3>
          <a:srgbClr val="FFFFFF"/>
        </a:accent3>
        <a:accent4>
          <a:srgbClr val="47474C"/>
        </a:accent4>
        <a:accent5>
          <a:srgbClr val="C1E3F6"/>
        </a:accent5>
        <a:accent6>
          <a:srgbClr val="7175A3"/>
        </a:accent6>
        <a:hlink>
          <a:srgbClr val="87A578"/>
        </a:hlink>
        <a:folHlink>
          <a:srgbClr val="E1784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2">
        <a:dk1>
          <a:srgbClr val="55555A"/>
        </a:dk1>
        <a:lt1>
          <a:srgbClr val="FFFFFF"/>
        </a:lt1>
        <a:dk2>
          <a:srgbClr val="999B9D"/>
        </a:dk2>
        <a:lt2>
          <a:srgbClr val="BFD7CE"/>
        </a:lt2>
        <a:accent1>
          <a:srgbClr val="BEBCBD"/>
        </a:accent1>
        <a:accent2>
          <a:srgbClr val="E64B4B"/>
        </a:accent2>
        <a:accent3>
          <a:srgbClr val="FFFFFF"/>
        </a:accent3>
        <a:accent4>
          <a:srgbClr val="47474C"/>
        </a:accent4>
        <a:accent5>
          <a:srgbClr val="DBDADB"/>
        </a:accent5>
        <a:accent6>
          <a:srgbClr val="D04343"/>
        </a:accent6>
        <a:hlink>
          <a:srgbClr val="ACC2D8"/>
        </a:hlink>
        <a:folHlink>
          <a:srgbClr val="E655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3">
        <a:dk1>
          <a:srgbClr val="55555A"/>
        </a:dk1>
        <a:lt1>
          <a:srgbClr val="FFFFFF"/>
        </a:lt1>
        <a:dk2>
          <a:srgbClr val="00B2DE"/>
        </a:dk2>
        <a:lt2>
          <a:srgbClr val="E1AF96"/>
        </a:lt2>
        <a:accent1>
          <a:srgbClr val="AFDEEE"/>
        </a:accent1>
        <a:accent2>
          <a:srgbClr val="A2C08E"/>
        </a:accent2>
        <a:accent3>
          <a:srgbClr val="FFFFFF"/>
        </a:accent3>
        <a:accent4>
          <a:srgbClr val="47474C"/>
        </a:accent4>
        <a:accent5>
          <a:srgbClr val="D4ECF5"/>
        </a:accent5>
        <a:accent6>
          <a:srgbClr val="92AE80"/>
        </a:accent6>
        <a:hlink>
          <a:srgbClr val="AACB2B"/>
        </a:hlink>
        <a:folHlink>
          <a:srgbClr val="E655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4">
        <a:dk1>
          <a:srgbClr val="55555A"/>
        </a:dk1>
        <a:lt1>
          <a:srgbClr val="FFFFFF"/>
        </a:lt1>
        <a:dk2>
          <a:srgbClr val="AC0481"/>
        </a:dk2>
        <a:lt2>
          <a:srgbClr val="E1AF96"/>
        </a:lt2>
        <a:accent1>
          <a:srgbClr val="EA85AF"/>
        </a:accent1>
        <a:accent2>
          <a:srgbClr val="7DC3BE"/>
        </a:accent2>
        <a:accent3>
          <a:srgbClr val="FFFFFF"/>
        </a:accent3>
        <a:accent4>
          <a:srgbClr val="47474C"/>
        </a:accent4>
        <a:accent5>
          <a:srgbClr val="F3C2D4"/>
        </a:accent5>
        <a:accent6>
          <a:srgbClr val="71B0AC"/>
        </a:accent6>
        <a:hlink>
          <a:srgbClr val="5FB46E"/>
        </a:hlink>
        <a:folHlink>
          <a:srgbClr val="87A09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5">
        <a:dk1>
          <a:srgbClr val="55555A"/>
        </a:dk1>
        <a:lt1>
          <a:srgbClr val="FFFFFF"/>
        </a:lt1>
        <a:dk2>
          <a:srgbClr val="C4B200"/>
        </a:dk2>
        <a:lt2>
          <a:srgbClr val="D2D38A"/>
        </a:lt2>
        <a:accent1>
          <a:srgbClr val="EDDD7A"/>
        </a:accent1>
        <a:accent2>
          <a:srgbClr val="CF8C4B"/>
        </a:accent2>
        <a:accent3>
          <a:srgbClr val="FFFFFF"/>
        </a:accent3>
        <a:accent4>
          <a:srgbClr val="47474C"/>
        </a:accent4>
        <a:accent5>
          <a:srgbClr val="F4EBBE"/>
        </a:accent5>
        <a:accent6>
          <a:srgbClr val="BB7E43"/>
        </a:accent6>
        <a:hlink>
          <a:srgbClr val="F5AA00"/>
        </a:hlink>
        <a:folHlink>
          <a:srgbClr val="C6A4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6">
        <a:dk1>
          <a:srgbClr val="55555A"/>
        </a:dk1>
        <a:lt1>
          <a:srgbClr val="FFFFFF"/>
        </a:lt1>
        <a:dk2>
          <a:srgbClr val="54AA28"/>
        </a:dk2>
        <a:lt2>
          <a:srgbClr val="C1DEC0"/>
        </a:lt2>
        <a:accent1>
          <a:srgbClr val="CBDA90"/>
        </a:accent1>
        <a:accent2>
          <a:srgbClr val="E64B4B"/>
        </a:accent2>
        <a:accent3>
          <a:srgbClr val="FFFFFF"/>
        </a:accent3>
        <a:accent4>
          <a:srgbClr val="47474C"/>
        </a:accent4>
        <a:accent5>
          <a:srgbClr val="E2EAC6"/>
        </a:accent5>
        <a:accent6>
          <a:srgbClr val="D04343"/>
        </a:accent6>
        <a:hlink>
          <a:srgbClr val="BFBFAF"/>
        </a:hlink>
        <a:folHlink>
          <a:srgbClr val="6A9A6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7">
        <a:dk1>
          <a:srgbClr val="55555A"/>
        </a:dk1>
        <a:lt1>
          <a:srgbClr val="FFFFFF"/>
        </a:lt1>
        <a:dk2>
          <a:srgbClr val="999B9D"/>
        </a:dk2>
        <a:lt2>
          <a:srgbClr val="BFD7CE"/>
        </a:lt2>
        <a:accent1>
          <a:srgbClr val="BEBCBD"/>
        </a:accent1>
        <a:accent2>
          <a:srgbClr val="E1784B"/>
        </a:accent2>
        <a:accent3>
          <a:srgbClr val="FFFFFF"/>
        </a:accent3>
        <a:accent4>
          <a:srgbClr val="47474C"/>
        </a:accent4>
        <a:accent5>
          <a:srgbClr val="DBDADB"/>
        </a:accent5>
        <a:accent6>
          <a:srgbClr val="CC6C43"/>
        </a:accent6>
        <a:hlink>
          <a:srgbClr val="A9A8BF"/>
        </a:hlink>
        <a:folHlink>
          <a:srgbClr val="ACC2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8">
        <a:dk1>
          <a:srgbClr val="55555A"/>
        </a:dk1>
        <a:lt1>
          <a:srgbClr val="FFFFFF"/>
        </a:lt1>
        <a:dk2>
          <a:srgbClr val="00B2DE"/>
        </a:dk2>
        <a:lt2>
          <a:srgbClr val="C9CFA1"/>
        </a:lt2>
        <a:accent1>
          <a:srgbClr val="AFDEEE"/>
        </a:accent1>
        <a:accent2>
          <a:srgbClr val="AACB2B"/>
        </a:accent2>
        <a:accent3>
          <a:srgbClr val="FFFFFF"/>
        </a:accent3>
        <a:accent4>
          <a:srgbClr val="47474C"/>
        </a:accent4>
        <a:accent5>
          <a:srgbClr val="D4ECF5"/>
        </a:accent5>
        <a:accent6>
          <a:srgbClr val="9AB826"/>
        </a:accent6>
        <a:hlink>
          <a:srgbClr val="A1B5C9"/>
        </a:hlink>
        <a:folHlink>
          <a:srgbClr val="4491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9">
        <a:dk1>
          <a:srgbClr val="55555A"/>
        </a:dk1>
        <a:lt1>
          <a:srgbClr val="FFFFFF"/>
        </a:lt1>
        <a:dk2>
          <a:srgbClr val="00B2DE"/>
        </a:dk2>
        <a:lt2>
          <a:srgbClr val="C9CFA1"/>
        </a:lt2>
        <a:accent1>
          <a:srgbClr val="AFDEEE"/>
        </a:accent1>
        <a:accent2>
          <a:srgbClr val="B2C400"/>
        </a:accent2>
        <a:accent3>
          <a:srgbClr val="FFFFFF"/>
        </a:accent3>
        <a:accent4>
          <a:srgbClr val="47474C"/>
        </a:accent4>
        <a:accent5>
          <a:srgbClr val="D4ECF5"/>
        </a:accent5>
        <a:accent6>
          <a:srgbClr val="A1B100"/>
        </a:accent6>
        <a:hlink>
          <a:srgbClr val="A1B5C9"/>
        </a:hlink>
        <a:folHlink>
          <a:srgbClr val="4491A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Titre &amp; Fin Filet">
  <a:themeElements>
    <a:clrScheme name="Titre &amp; Fin Filet 9">
      <a:dk1>
        <a:srgbClr val="55555A"/>
      </a:dk1>
      <a:lt1>
        <a:srgbClr val="FFFFFF"/>
      </a:lt1>
      <a:dk2>
        <a:srgbClr val="00B2DE"/>
      </a:dk2>
      <a:lt2>
        <a:srgbClr val="C9CFA1"/>
      </a:lt2>
      <a:accent1>
        <a:srgbClr val="AFDEEE"/>
      </a:accent1>
      <a:accent2>
        <a:srgbClr val="B2C400"/>
      </a:accent2>
      <a:accent3>
        <a:srgbClr val="FFFFFF"/>
      </a:accent3>
      <a:accent4>
        <a:srgbClr val="47474C"/>
      </a:accent4>
      <a:accent5>
        <a:srgbClr val="D4ECF5"/>
      </a:accent5>
      <a:accent6>
        <a:srgbClr val="A1B100"/>
      </a:accent6>
      <a:hlink>
        <a:srgbClr val="A1B5C9"/>
      </a:hlink>
      <a:folHlink>
        <a:srgbClr val="4491A7"/>
      </a:folHlink>
    </a:clrScheme>
    <a:fontScheme name="2_Titre &amp; Fin Filet">
      <a:majorFont>
        <a:latin typeface=""/>
        <a:ea typeface="MS PGothic"/>
        <a:cs typeface="ＭＳ Ｐゴシック"/>
      </a:majorFont>
      <a:minorFont>
        <a:latin typeface=""/>
        <a:ea typeface="MS PGothic"/>
        <a:cs typeface="ＭＳ Ｐゴシック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folHlink"/>
        </a:solidFill>
        <a:ln w="317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folHlink"/>
        </a:solidFill>
        <a:ln w="317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Titre &amp; Fin Filet 1">
        <a:dk1>
          <a:srgbClr val="55555A"/>
        </a:dk1>
        <a:lt1>
          <a:srgbClr val="FFFFFF"/>
        </a:lt1>
        <a:dk2>
          <a:srgbClr val="005FA0"/>
        </a:dk2>
        <a:lt2>
          <a:srgbClr val="A5AAAA"/>
        </a:lt2>
        <a:accent1>
          <a:srgbClr val="82CDF0"/>
        </a:accent1>
        <a:accent2>
          <a:srgbClr val="7D82B4"/>
        </a:accent2>
        <a:accent3>
          <a:srgbClr val="FFFFFF"/>
        </a:accent3>
        <a:accent4>
          <a:srgbClr val="47474C"/>
        </a:accent4>
        <a:accent5>
          <a:srgbClr val="C1E3F6"/>
        </a:accent5>
        <a:accent6>
          <a:srgbClr val="7175A3"/>
        </a:accent6>
        <a:hlink>
          <a:srgbClr val="87A578"/>
        </a:hlink>
        <a:folHlink>
          <a:srgbClr val="E1784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2">
        <a:dk1>
          <a:srgbClr val="55555A"/>
        </a:dk1>
        <a:lt1>
          <a:srgbClr val="FFFFFF"/>
        </a:lt1>
        <a:dk2>
          <a:srgbClr val="999B9D"/>
        </a:dk2>
        <a:lt2>
          <a:srgbClr val="BFD7CE"/>
        </a:lt2>
        <a:accent1>
          <a:srgbClr val="BEBCBD"/>
        </a:accent1>
        <a:accent2>
          <a:srgbClr val="E64B4B"/>
        </a:accent2>
        <a:accent3>
          <a:srgbClr val="FFFFFF"/>
        </a:accent3>
        <a:accent4>
          <a:srgbClr val="47474C"/>
        </a:accent4>
        <a:accent5>
          <a:srgbClr val="DBDADB"/>
        </a:accent5>
        <a:accent6>
          <a:srgbClr val="D04343"/>
        </a:accent6>
        <a:hlink>
          <a:srgbClr val="ACC2D8"/>
        </a:hlink>
        <a:folHlink>
          <a:srgbClr val="E655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3">
        <a:dk1>
          <a:srgbClr val="55555A"/>
        </a:dk1>
        <a:lt1>
          <a:srgbClr val="FFFFFF"/>
        </a:lt1>
        <a:dk2>
          <a:srgbClr val="00B2DE"/>
        </a:dk2>
        <a:lt2>
          <a:srgbClr val="E1AF96"/>
        </a:lt2>
        <a:accent1>
          <a:srgbClr val="AFDEEE"/>
        </a:accent1>
        <a:accent2>
          <a:srgbClr val="A2C08E"/>
        </a:accent2>
        <a:accent3>
          <a:srgbClr val="FFFFFF"/>
        </a:accent3>
        <a:accent4>
          <a:srgbClr val="47474C"/>
        </a:accent4>
        <a:accent5>
          <a:srgbClr val="D4ECF5"/>
        </a:accent5>
        <a:accent6>
          <a:srgbClr val="92AE80"/>
        </a:accent6>
        <a:hlink>
          <a:srgbClr val="AACB2B"/>
        </a:hlink>
        <a:folHlink>
          <a:srgbClr val="E655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4">
        <a:dk1>
          <a:srgbClr val="55555A"/>
        </a:dk1>
        <a:lt1>
          <a:srgbClr val="FFFFFF"/>
        </a:lt1>
        <a:dk2>
          <a:srgbClr val="AC0481"/>
        </a:dk2>
        <a:lt2>
          <a:srgbClr val="E1AF96"/>
        </a:lt2>
        <a:accent1>
          <a:srgbClr val="EA85AF"/>
        </a:accent1>
        <a:accent2>
          <a:srgbClr val="7DC3BE"/>
        </a:accent2>
        <a:accent3>
          <a:srgbClr val="FFFFFF"/>
        </a:accent3>
        <a:accent4>
          <a:srgbClr val="47474C"/>
        </a:accent4>
        <a:accent5>
          <a:srgbClr val="F3C2D4"/>
        </a:accent5>
        <a:accent6>
          <a:srgbClr val="71B0AC"/>
        </a:accent6>
        <a:hlink>
          <a:srgbClr val="5FB46E"/>
        </a:hlink>
        <a:folHlink>
          <a:srgbClr val="87A09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5">
        <a:dk1>
          <a:srgbClr val="55555A"/>
        </a:dk1>
        <a:lt1>
          <a:srgbClr val="FFFFFF"/>
        </a:lt1>
        <a:dk2>
          <a:srgbClr val="C4B200"/>
        </a:dk2>
        <a:lt2>
          <a:srgbClr val="D2D38A"/>
        </a:lt2>
        <a:accent1>
          <a:srgbClr val="EDDD7A"/>
        </a:accent1>
        <a:accent2>
          <a:srgbClr val="CF8C4B"/>
        </a:accent2>
        <a:accent3>
          <a:srgbClr val="FFFFFF"/>
        </a:accent3>
        <a:accent4>
          <a:srgbClr val="47474C"/>
        </a:accent4>
        <a:accent5>
          <a:srgbClr val="F4EBBE"/>
        </a:accent5>
        <a:accent6>
          <a:srgbClr val="BB7E43"/>
        </a:accent6>
        <a:hlink>
          <a:srgbClr val="F5AA00"/>
        </a:hlink>
        <a:folHlink>
          <a:srgbClr val="C6A4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6">
        <a:dk1>
          <a:srgbClr val="55555A"/>
        </a:dk1>
        <a:lt1>
          <a:srgbClr val="FFFFFF"/>
        </a:lt1>
        <a:dk2>
          <a:srgbClr val="54AA28"/>
        </a:dk2>
        <a:lt2>
          <a:srgbClr val="C1DEC0"/>
        </a:lt2>
        <a:accent1>
          <a:srgbClr val="CBDA90"/>
        </a:accent1>
        <a:accent2>
          <a:srgbClr val="E64B4B"/>
        </a:accent2>
        <a:accent3>
          <a:srgbClr val="FFFFFF"/>
        </a:accent3>
        <a:accent4>
          <a:srgbClr val="47474C"/>
        </a:accent4>
        <a:accent5>
          <a:srgbClr val="E2EAC6"/>
        </a:accent5>
        <a:accent6>
          <a:srgbClr val="D04343"/>
        </a:accent6>
        <a:hlink>
          <a:srgbClr val="BFBFAF"/>
        </a:hlink>
        <a:folHlink>
          <a:srgbClr val="6A9A6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7">
        <a:dk1>
          <a:srgbClr val="55555A"/>
        </a:dk1>
        <a:lt1>
          <a:srgbClr val="FFFFFF"/>
        </a:lt1>
        <a:dk2>
          <a:srgbClr val="999B9D"/>
        </a:dk2>
        <a:lt2>
          <a:srgbClr val="BFD7CE"/>
        </a:lt2>
        <a:accent1>
          <a:srgbClr val="BEBCBD"/>
        </a:accent1>
        <a:accent2>
          <a:srgbClr val="E1784B"/>
        </a:accent2>
        <a:accent3>
          <a:srgbClr val="FFFFFF"/>
        </a:accent3>
        <a:accent4>
          <a:srgbClr val="47474C"/>
        </a:accent4>
        <a:accent5>
          <a:srgbClr val="DBDADB"/>
        </a:accent5>
        <a:accent6>
          <a:srgbClr val="CC6C43"/>
        </a:accent6>
        <a:hlink>
          <a:srgbClr val="A9A8BF"/>
        </a:hlink>
        <a:folHlink>
          <a:srgbClr val="ACC2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8">
        <a:dk1>
          <a:srgbClr val="55555A"/>
        </a:dk1>
        <a:lt1>
          <a:srgbClr val="FFFFFF"/>
        </a:lt1>
        <a:dk2>
          <a:srgbClr val="00B2DE"/>
        </a:dk2>
        <a:lt2>
          <a:srgbClr val="C9CFA1"/>
        </a:lt2>
        <a:accent1>
          <a:srgbClr val="AFDEEE"/>
        </a:accent1>
        <a:accent2>
          <a:srgbClr val="AACB2B"/>
        </a:accent2>
        <a:accent3>
          <a:srgbClr val="FFFFFF"/>
        </a:accent3>
        <a:accent4>
          <a:srgbClr val="47474C"/>
        </a:accent4>
        <a:accent5>
          <a:srgbClr val="D4ECF5"/>
        </a:accent5>
        <a:accent6>
          <a:srgbClr val="9AB826"/>
        </a:accent6>
        <a:hlink>
          <a:srgbClr val="A1B5C9"/>
        </a:hlink>
        <a:folHlink>
          <a:srgbClr val="4491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9">
        <a:dk1>
          <a:srgbClr val="55555A"/>
        </a:dk1>
        <a:lt1>
          <a:srgbClr val="FFFFFF"/>
        </a:lt1>
        <a:dk2>
          <a:srgbClr val="00B2DE"/>
        </a:dk2>
        <a:lt2>
          <a:srgbClr val="C9CFA1"/>
        </a:lt2>
        <a:accent1>
          <a:srgbClr val="AFDEEE"/>
        </a:accent1>
        <a:accent2>
          <a:srgbClr val="B2C400"/>
        </a:accent2>
        <a:accent3>
          <a:srgbClr val="FFFFFF"/>
        </a:accent3>
        <a:accent4>
          <a:srgbClr val="47474C"/>
        </a:accent4>
        <a:accent5>
          <a:srgbClr val="D4ECF5"/>
        </a:accent5>
        <a:accent6>
          <a:srgbClr val="A1B100"/>
        </a:accent6>
        <a:hlink>
          <a:srgbClr val="A1B5C9"/>
        </a:hlink>
        <a:folHlink>
          <a:srgbClr val="4491A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Titre &amp; Fin Filet">
  <a:themeElements>
    <a:clrScheme name="Titre &amp; Fin Filet 9">
      <a:dk1>
        <a:srgbClr val="55555A"/>
      </a:dk1>
      <a:lt1>
        <a:srgbClr val="FFFFFF"/>
      </a:lt1>
      <a:dk2>
        <a:srgbClr val="00B2DE"/>
      </a:dk2>
      <a:lt2>
        <a:srgbClr val="C9CFA1"/>
      </a:lt2>
      <a:accent1>
        <a:srgbClr val="AFDEEE"/>
      </a:accent1>
      <a:accent2>
        <a:srgbClr val="B2C400"/>
      </a:accent2>
      <a:accent3>
        <a:srgbClr val="FFFFFF"/>
      </a:accent3>
      <a:accent4>
        <a:srgbClr val="47474C"/>
      </a:accent4>
      <a:accent5>
        <a:srgbClr val="D4ECF5"/>
      </a:accent5>
      <a:accent6>
        <a:srgbClr val="A1B100"/>
      </a:accent6>
      <a:hlink>
        <a:srgbClr val="A1B5C9"/>
      </a:hlink>
      <a:folHlink>
        <a:srgbClr val="4491A7"/>
      </a:folHlink>
    </a:clrScheme>
    <a:fontScheme name="2_Titre &amp; Fin Filet">
      <a:majorFont>
        <a:latin typeface=""/>
        <a:ea typeface="MS PGothic"/>
        <a:cs typeface="ＭＳ Ｐゴシック"/>
      </a:majorFont>
      <a:minorFont>
        <a:latin typeface=""/>
        <a:ea typeface="MS PGothic"/>
        <a:cs typeface="ＭＳ Ｐゴシック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folHlink"/>
        </a:solidFill>
        <a:ln w="317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folHlink"/>
        </a:solidFill>
        <a:ln w="317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Titre &amp; Fin Filet 1">
        <a:dk1>
          <a:srgbClr val="55555A"/>
        </a:dk1>
        <a:lt1>
          <a:srgbClr val="FFFFFF"/>
        </a:lt1>
        <a:dk2>
          <a:srgbClr val="005FA0"/>
        </a:dk2>
        <a:lt2>
          <a:srgbClr val="A5AAAA"/>
        </a:lt2>
        <a:accent1>
          <a:srgbClr val="82CDF0"/>
        </a:accent1>
        <a:accent2>
          <a:srgbClr val="7D82B4"/>
        </a:accent2>
        <a:accent3>
          <a:srgbClr val="FFFFFF"/>
        </a:accent3>
        <a:accent4>
          <a:srgbClr val="47474C"/>
        </a:accent4>
        <a:accent5>
          <a:srgbClr val="C1E3F6"/>
        </a:accent5>
        <a:accent6>
          <a:srgbClr val="7175A3"/>
        </a:accent6>
        <a:hlink>
          <a:srgbClr val="87A578"/>
        </a:hlink>
        <a:folHlink>
          <a:srgbClr val="E1784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2">
        <a:dk1>
          <a:srgbClr val="55555A"/>
        </a:dk1>
        <a:lt1>
          <a:srgbClr val="FFFFFF"/>
        </a:lt1>
        <a:dk2>
          <a:srgbClr val="999B9D"/>
        </a:dk2>
        <a:lt2>
          <a:srgbClr val="BFD7CE"/>
        </a:lt2>
        <a:accent1>
          <a:srgbClr val="BEBCBD"/>
        </a:accent1>
        <a:accent2>
          <a:srgbClr val="E64B4B"/>
        </a:accent2>
        <a:accent3>
          <a:srgbClr val="FFFFFF"/>
        </a:accent3>
        <a:accent4>
          <a:srgbClr val="47474C"/>
        </a:accent4>
        <a:accent5>
          <a:srgbClr val="DBDADB"/>
        </a:accent5>
        <a:accent6>
          <a:srgbClr val="D04343"/>
        </a:accent6>
        <a:hlink>
          <a:srgbClr val="ACC2D8"/>
        </a:hlink>
        <a:folHlink>
          <a:srgbClr val="E655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3">
        <a:dk1>
          <a:srgbClr val="55555A"/>
        </a:dk1>
        <a:lt1>
          <a:srgbClr val="FFFFFF"/>
        </a:lt1>
        <a:dk2>
          <a:srgbClr val="00B2DE"/>
        </a:dk2>
        <a:lt2>
          <a:srgbClr val="E1AF96"/>
        </a:lt2>
        <a:accent1>
          <a:srgbClr val="AFDEEE"/>
        </a:accent1>
        <a:accent2>
          <a:srgbClr val="A2C08E"/>
        </a:accent2>
        <a:accent3>
          <a:srgbClr val="FFFFFF"/>
        </a:accent3>
        <a:accent4>
          <a:srgbClr val="47474C"/>
        </a:accent4>
        <a:accent5>
          <a:srgbClr val="D4ECF5"/>
        </a:accent5>
        <a:accent6>
          <a:srgbClr val="92AE80"/>
        </a:accent6>
        <a:hlink>
          <a:srgbClr val="AACB2B"/>
        </a:hlink>
        <a:folHlink>
          <a:srgbClr val="E655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4">
        <a:dk1>
          <a:srgbClr val="55555A"/>
        </a:dk1>
        <a:lt1>
          <a:srgbClr val="FFFFFF"/>
        </a:lt1>
        <a:dk2>
          <a:srgbClr val="AC0481"/>
        </a:dk2>
        <a:lt2>
          <a:srgbClr val="E1AF96"/>
        </a:lt2>
        <a:accent1>
          <a:srgbClr val="EA85AF"/>
        </a:accent1>
        <a:accent2>
          <a:srgbClr val="7DC3BE"/>
        </a:accent2>
        <a:accent3>
          <a:srgbClr val="FFFFFF"/>
        </a:accent3>
        <a:accent4>
          <a:srgbClr val="47474C"/>
        </a:accent4>
        <a:accent5>
          <a:srgbClr val="F3C2D4"/>
        </a:accent5>
        <a:accent6>
          <a:srgbClr val="71B0AC"/>
        </a:accent6>
        <a:hlink>
          <a:srgbClr val="5FB46E"/>
        </a:hlink>
        <a:folHlink>
          <a:srgbClr val="87A09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5">
        <a:dk1>
          <a:srgbClr val="55555A"/>
        </a:dk1>
        <a:lt1>
          <a:srgbClr val="FFFFFF"/>
        </a:lt1>
        <a:dk2>
          <a:srgbClr val="C4B200"/>
        </a:dk2>
        <a:lt2>
          <a:srgbClr val="D2D38A"/>
        </a:lt2>
        <a:accent1>
          <a:srgbClr val="EDDD7A"/>
        </a:accent1>
        <a:accent2>
          <a:srgbClr val="CF8C4B"/>
        </a:accent2>
        <a:accent3>
          <a:srgbClr val="FFFFFF"/>
        </a:accent3>
        <a:accent4>
          <a:srgbClr val="47474C"/>
        </a:accent4>
        <a:accent5>
          <a:srgbClr val="F4EBBE"/>
        </a:accent5>
        <a:accent6>
          <a:srgbClr val="BB7E43"/>
        </a:accent6>
        <a:hlink>
          <a:srgbClr val="F5AA00"/>
        </a:hlink>
        <a:folHlink>
          <a:srgbClr val="C6A4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6">
        <a:dk1>
          <a:srgbClr val="55555A"/>
        </a:dk1>
        <a:lt1>
          <a:srgbClr val="FFFFFF"/>
        </a:lt1>
        <a:dk2>
          <a:srgbClr val="54AA28"/>
        </a:dk2>
        <a:lt2>
          <a:srgbClr val="C1DEC0"/>
        </a:lt2>
        <a:accent1>
          <a:srgbClr val="CBDA90"/>
        </a:accent1>
        <a:accent2>
          <a:srgbClr val="E64B4B"/>
        </a:accent2>
        <a:accent3>
          <a:srgbClr val="FFFFFF"/>
        </a:accent3>
        <a:accent4>
          <a:srgbClr val="47474C"/>
        </a:accent4>
        <a:accent5>
          <a:srgbClr val="E2EAC6"/>
        </a:accent5>
        <a:accent6>
          <a:srgbClr val="D04343"/>
        </a:accent6>
        <a:hlink>
          <a:srgbClr val="BFBFAF"/>
        </a:hlink>
        <a:folHlink>
          <a:srgbClr val="6A9A6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7">
        <a:dk1>
          <a:srgbClr val="55555A"/>
        </a:dk1>
        <a:lt1>
          <a:srgbClr val="FFFFFF"/>
        </a:lt1>
        <a:dk2>
          <a:srgbClr val="999B9D"/>
        </a:dk2>
        <a:lt2>
          <a:srgbClr val="BFD7CE"/>
        </a:lt2>
        <a:accent1>
          <a:srgbClr val="BEBCBD"/>
        </a:accent1>
        <a:accent2>
          <a:srgbClr val="E1784B"/>
        </a:accent2>
        <a:accent3>
          <a:srgbClr val="FFFFFF"/>
        </a:accent3>
        <a:accent4>
          <a:srgbClr val="47474C"/>
        </a:accent4>
        <a:accent5>
          <a:srgbClr val="DBDADB"/>
        </a:accent5>
        <a:accent6>
          <a:srgbClr val="CC6C43"/>
        </a:accent6>
        <a:hlink>
          <a:srgbClr val="A9A8BF"/>
        </a:hlink>
        <a:folHlink>
          <a:srgbClr val="ACC2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8">
        <a:dk1>
          <a:srgbClr val="55555A"/>
        </a:dk1>
        <a:lt1>
          <a:srgbClr val="FFFFFF"/>
        </a:lt1>
        <a:dk2>
          <a:srgbClr val="00B2DE"/>
        </a:dk2>
        <a:lt2>
          <a:srgbClr val="C9CFA1"/>
        </a:lt2>
        <a:accent1>
          <a:srgbClr val="AFDEEE"/>
        </a:accent1>
        <a:accent2>
          <a:srgbClr val="AACB2B"/>
        </a:accent2>
        <a:accent3>
          <a:srgbClr val="FFFFFF"/>
        </a:accent3>
        <a:accent4>
          <a:srgbClr val="47474C"/>
        </a:accent4>
        <a:accent5>
          <a:srgbClr val="D4ECF5"/>
        </a:accent5>
        <a:accent6>
          <a:srgbClr val="9AB826"/>
        </a:accent6>
        <a:hlink>
          <a:srgbClr val="A1B5C9"/>
        </a:hlink>
        <a:folHlink>
          <a:srgbClr val="4491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9">
        <a:dk1>
          <a:srgbClr val="55555A"/>
        </a:dk1>
        <a:lt1>
          <a:srgbClr val="FFFFFF"/>
        </a:lt1>
        <a:dk2>
          <a:srgbClr val="00B2DE"/>
        </a:dk2>
        <a:lt2>
          <a:srgbClr val="C9CFA1"/>
        </a:lt2>
        <a:accent1>
          <a:srgbClr val="AFDEEE"/>
        </a:accent1>
        <a:accent2>
          <a:srgbClr val="B2C400"/>
        </a:accent2>
        <a:accent3>
          <a:srgbClr val="FFFFFF"/>
        </a:accent3>
        <a:accent4>
          <a:srgbClr val="47474C"/>
        </a:accent4>
        <a:accent5>
          <a:srgbClr val="D4ECF5"/>
        </a:accent5>
        <a:accent6>
          <a:srgbClr val="A1B100"/>
        </a:accent6>
        <a:hlink>
          <a:srgbClr val="A1B5C9"/>
        </a:hlink>
        <a:folHlink>
          <a:srgbClr val="4491A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Titre &amp; Fin Filet">
  <a:themeElements>
    <a:clrScheme name="Titre &amp; Fin Filet 9">
      <a:dk1>
        <a:srgbClr val="55555A"/>
      </a:dk1>
      <a:lt1>
        <a:srgbClr val="FFFFFF"/>
      </a:lt1>
      <a:dk2>
        <a:srgbClr val="00B2DE"/>
      </a:dk2>
      <a:lt2>
        <a:srgbClr val="C9CFA1"/>
      </a:lt2>
      <a:accent1>
        <a:srgbClr val="AFDEEE"/>
      </a:accent1>
      <a:accent2>
        <a:srgbClr val="B2C400"/>
      </a:accent2>
      <a:accent3>
        <a:srgbClr val="FFFFFF"/>
      </a:accent3>
      <a:accent4>
        <a:srgbClr val="47474C"/>
      </a:accent4>
      <a:accent5>
        <a:srgbClr val="D4ECF5"/>
      </a:accent5>
      <a:accent6>
        <a:srgbClr val="A1B100"/>
      </a:accent6>
      <a:hlink>
        <a:srgbClr val="A1B5C9"/>
      </a:hlink>
      <a:folHlink>
        <a:srgbClr val="4491A7"/>
      </a:folHlink>
    </a:clrScheme>
    <a:fontScheme name="2_Titre &amp; Fin Filet">
      <a:majorFont>
        <a:latin typeface=""/>
        <a:ea typeface="MS PGothic"/>
        <a:cs typeface="ＭＳ Ｐゴシック"/>
      </a:majorFont>
      <a:minorFont>
        <a:latin typeface=""/>
        <a:ea typeface="MS PGothic"/>
        <a:cs typeface="ＭＳ Ｐゴシック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folHlink"/>
        </a:solidFill>
        <a:ln w="317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folHlink"/>
        </a:solidFill>
        <a:ln w="317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Titre &amp; Fin Filet 1">
        <a:dk1>
          <a:srgbClr val="55555A"/>
        </a:dk1>
        <a:lt1>
          <a:srgbClr val="FFFFFF"/>
        </a:lt1>
        <a:dk2>
          <a:srgbClr val="005FA0"/>
        </a:dk2>
        <a:lt2>
          <a:srgbClr val="A5AAAA"/>
        </a:lt2>
        <a:accent1>
          <a:srgbClr val="82CDF0"/>
        </a:accent1>
        <a:accent2>
          <a:srgbClr val="7D82B4"/>
        </a:accent2>
        <a:accent3>
          <a:srgbClr val="FFFFFF"/>
        </a:accent3>
        <a:accent4>
          <a:srgbClr val="47474C"/>
        </a:accent4>
        <a:accent5>
          <a:srgbClr val="C1E3F6"/>
        </a:accent5>
        <a:accent6>
          <a:srgbClr val="7175A3"/>
        </a:accent6>
        <a:hlink>
          <a:srgbClr val="87A578"/>
        </a:hlink>
        <a:folHlink>
          <a:srgbClr val="E1784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2">
        <a:dk1>
          <a:srgbClr val="55555A"/>
        </a:dk1>
        <a:lt1>
          <a:srgbClr val="FFFFFF"/>
        </a:lt1>
        <a:dk2>
          <a:srgbClr val="999B9D"/>
        </a:dk2>
        <a:lt2>
          <a:srgbClr val="BFD7CE"/>
        </a:lt2>
        <a:accent1>
          <a:srgbClr val="BEBCBD"/>
        </a:accent1>
        <a:accent2>
          <a:srgbClr val="E64B4B"/>
        </a:accent2>
        <a:accent3>
          <a:srgbClr val="FFFFFF"/>
        </a:accent3>
        <a:accent4>
          <a:srgbClr val="47474C"/>
        </a:accent4>
        <a:accent5>
          <a:srgbClr val="DBDADB"/>
        </a:accent5>
        <a:accent6>
          <a:srgbClr val="D04343"/>
        </a:accent6>
        <a:hlink>
          <a:srgbClr val="ACC2D8"/>
        </a:hlink>
        <a:folHlink>
          <a:srgbClr val="E655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3">
        <a:dk1>
          <a:srgbClr val="55555A"/>
        </a:dk1>
        <a:lt1>
          <a:srgbClr val="FFFFFF"/>
        </a:lt1>
        <a:dk2>
          <a:srgbClr val="00B2DE"/>
        </a:dk2>
        <a:lt2>
          <a:srgbClr val="E1AF96"/>
        </a:lt2>
        <a:accent1>
          <a:srgbClr val="AFDEEE"/>
        </a:accent1>
        <a:accent2>
          <a:srgbClr val="A2C08E"/>
        </a:accent2>
        <a:accent3>
          <a:srgbClr val="FFFFFF"/>
        </a:accent3>
        <a:accent4>
          <a:srgbClr val="47474C"/>
        </a:accent4>
        <a:accent5>
          <a:srgbClr val="D4ECF5"/>
        </a:accent5>
        <a:accent6>
          <a:srgbClr val="92AE80"/>
        </a:accent6>
        <a:hlink>
          <a:srgbClr val="AACB2B"/>
        </a:hlink>
        <a:folHlink>
          <a:srgbClr val="E655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4">
        <a:dk1>
          <a:srgbClr val="55555A"/>
        </a:dk1>
        <a:lt1>
          <a:srgbClr val="FFFFFF"/>
        </a:lt1>
        <a:dk2>
          <a:srgbClr val="AC0481"/>
        </a:dk2>
        <a:lt2>
          <a:srgbClr val="E1AF96"/>
        </a:lt2>
        <a:accent1>
          <a:srgbClr val="EA85AF"/>
        </a:accent1>
        <a:accent2>
          <a:srgbClr val="7DC3BE"/>
        </a:accent2>
        <a:accent3>
          <a:srgbClr val="FFFFFF"/>
        </a:accent3>
        <a:accent4>
          <a:srgbClr val="47474C"/>
        </a:accent4>
        <a:accent5>
          <a:srgbClr val="F3C2D4"/>
        </a:accent5>
        <a:accent6>
          <a:srgbClr val="71B0AC"/>
        </a:accent6>
        <a:hlink>
          <a:srgbClr val="5FB46E"/>
        </a:hlink>
        <a:folHlink>
          <a:srgbClr val="87A09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5">
        <a:dk1>
          <a:srgbClr val="55555A"/>
        </a:dk1>
        <a:lt1>
          <a:srgbClr val="FFFFFF"/>
        </a:lt1>
        <a:dk2>
          <a:srgbClr val="C4B200"/>
        </a:dk2>
        <a:lt2>
          <a:srgbClr val="D2D38A"/>
        </a:lt2>
        <a:accent1>
          <a:srgbClr val="EDDD7A"/>
        </a:accent1>
        <a:accent2>
          <a:srgbClr val="CF8C4B"/>
        </a:accent2>
        <a:accent3>
          <a:srgbClr val="FFFFFF"/>
        </a:accent3>
        <a:accent4>
          <a:srgbClr val="47474C"/>
        </a:accent4>
        <a:accent5>
          <a:srgbClr val="F4EBBE"/>
        </a:accent5>
        <a:accent6>
          <a:srgbClr val="BB7E43"/>
        </a:accent6>
        <a:hlink>
          <a:srgbClr val="F5AA00"/>
        </a:hlink>
        <a:folHlink>
          <a:srgbClr val="C6A4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6">
        <a:dk1>
          <a:srgbClr val="55555A"/>
        </a:dk1>
        <a:lt1>
          <a:srgbClr val="FFFFFF"/>
        </a:lt1>
        <a:dk2>
          <a:srgbClr val="54AA28"/>
        </a:dk2>
        <a:lt2>
          <a:srgbClr val="C1DEC0"/>
        </a:lt2>
        <a:accent1>
          <a:srgbClr val="CBDA90"/>
        </a:accent1>
        <a:accent2>
          <a:srgbClr val="E64B4B"/>
        </a:accent2>
        <a:accent3>
          <a:srgbClr val="FFFFFF"/>
        </a:accent3>
        <a:accent4>
          <a:srgbClr val="47474C"/>
        </a:accent4>
        <a:accent5>
          <a:srgbClr val="E2EAC6"/>
        </a:accent5>
        <a:accent6>
          <a:srgbClr val="D04343"/>
        </a:accent6>
        <a:hlink>
          <a:srgbClr val="BFBFAF"/>
        </a:hlink>
        <a:folHlink>
          <a:srgbClr val="6A9A6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7">
        <a:dk1>
          <a:srgbClr val="55555A"/>
        </a:dk1>
        <a:lt1>
          <a:srgbClr val="FFFFFF"/>
        </a:lt1>
        <a:dk2>
          <a:srgbClr val="999B9D"/>
        </a:dk2>
        <a:lt2>
          <a:srgbClr val="BFD7CE"/>
        </a:lt2>
        <a:accent1>
          <a:srgbClr val="BEBCBD"/>
        </a:accent1>
        <a:accent2>
          <a:srgbClr val="E1784B"/>
        </a:accent2>
        <a:accent3>
          <a:srgbClr val="FFFFFF"/>
        </a:accent3>
        <a:accent4>
          <a:srgbClr val="47474C"/>
        </a:accent4>
        <a:accent5>
          <a:srgbClr val="DBDADB"/>
        </a:accent5>
        <a:accent6>
          <a:srgbClr val="CC6C43"/>
        </a:accent6>
        <a:hlink>
          <a:srgbClr val="A9A8BF"/>
        </a:hlink>
        <a:folHlink>
          <a:srgbClr val="ACC2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8">
        <a:dk1>
          <a:srgbClr val="55555A"/>
        </a:dk1>
        <a:lt1>
          <a:srgbClr val="FFFFFF"/>
        </a:lt1>
        <a:dk2>
          <a:srgbClr val="00B2DE"/>
        </a:dk2>
        <a:lt2>
          <a:srgbClr val="C9CFA1"/>
        </a:lt2>
        <a:accent1>
          <a:srgbClr val="AFDEEE"/>
        </a:accent1>
        <a:accent2>
          <a:srgbClr val="AACB2B"/>
        </a:accent2>
        <a:accent3>
          <a:srgbClr val="FFFFFF"/>
        </a:accent3>
        <a:accent4>
          <a:srgbClr val="47474C"/>
        </a:accent4>
        <a:accent5>
          <a:srgbClr val="D4ECF5"/>
        </a:accent5>
        <a:accent6>
          <a:srgbClr val="9AB826"/>
        </a:accent6>
        <a:hlink>
          <a:srgbClr val="A1B5C9"/>
        </a:hlink>
        <a:folHlink>
          <a:srgbClr val="4491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9">
        <a:dk1>
          <a:srgbClr val="55555A"/>
        </a:dk1>
        <a:lt1>
          <a:srgbClr val="FFFFFF"/>
        </a:lt1>
        <a:dk2>
          <a:srgbClr val="00B2DE"/>
        </a:dk2>
        <a:lt2>
          <a:srgbClr val="C9CFA1"/>
        </a:lt2>
        <a:accent1>
          <a:srgbClr val="AFDEEE"/>
        </a:accent1>
        <a:accent2>
          <a:srgbClr val="B2C400"/>
        </a:accent2>
        <a:accent3>
          <a:srgbClr val="FFFFFF"/>
        </a:accent3>
        <a:accent4>
          <a:srgbClr val="47474C"/>
        </a:accent4>
        <a:accent5>
          <a:srgbClr val="D4ECF5"/>
        </a:accent5>
        <a:accent6>
          <a:srgbClr val="A1B100"/>
        </a:accent6>
        <a:hlink>
          <a:srgbClr val="A1B5C9"/>
        </a:hlink>
        <a:folHlink>
          <a:srgbClr val="4491A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Cahors_1">
  <a:themeElements>
    <a:clrScheme name="Intertitre &amp; Slide Visuel 9">
      <a:dk1>
        <a:srgbClr val="55555A"/>
      </a:dk1>
      <a:lt1>
        <a:srgbClr val="FFFFFF"/>
      </a:lt1>
      <a:dk2>
        <a:srgbClr val="00B2DE"/>
      </a:dk2>
      <a:lt2>
        <a:srgbClr val="C9CFA1"/>
      </a:lt2>
      <a:accent1>
        <a:srgbClr val="AFDEEE"/>
      </a:accent1>
      <a:accent2>
        <a:srgbClr val="B2C400"/>
      </a:accent2>
      <a:accent3>
        <a:srgbClr val="FFFFFF"/>
      </a:accent3>
      <a:accent4>
        <a:srgbClr val="47474C"/>
      </a:accent4>
      <a:accent5>
        <a:srgbClr val="D4ECF5"/>
      </a:accent5>
      <a:accent6>
        <a:srgbClr val="A1B100"/>
      </a:accent6>
      <a:hlink>
        <a:srgbClr val="A1B5C9"/>
      </a:hlink>
      <a:folHlink>
        <a:srgbClr val="4491A7"/>
      </a:folHlink>
    </a:clrScheme>
    <a:fontScheme name="Intertitre &amp; Slide Visuel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folHlink"/>
        </a:solidFill>
        <a:ln w="317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folHlink"/>
        </a:solidFill>
        <a:ln w="317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Intertitre &amp; Slide Visuel 1">
        <a:dk1>
          <a:srgbClr val="55555A"/>
        </a:dk1>
        <a:lt1>
          <a:srgbClr val="FFFFFF"/>
        </a:lt1>
        <a:dk2>
          <a:srgbClr val="005FA0"/>
        </a:dk2>
        <a:lt2>
          <a:srgbClr val="A5AAAA"/>
        </a:lt2>
        <a:accent1>
          <a:srgbClr val="82CDF0"/>
        </a:accent1>
        <a:accent2>
          <a:srgbClr val="7D82B4"/>
        </a:accent2>
        <a:accent3>
          <a:srgbClr val="FFFFFF"/>
        </a:accent3>
        <a:accent4>
          <a:srgbClr val="47474C"/>
        </a:accent4>
        <a:accent5>
          <a:srgbClr val="C1E3F6"/>
        </a:accent5>
        <a:accent6>
          <a:srgbClr val="7175A3"/>
        </a:accent6>
        <a:hlink>
          <a:srgbClr val="87A578"/>
        </a:hlink>
        <a:folHlink>
          <a:srgbClr val="E1784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titre &amp; Slide Visuel 2">
        <a:dk1>
          <a:srgbClr val="55555A"/>
        </a:dk1>
        <a:lt1>
          <a:srgbClr val="FFFFFF"/>
        </a:lt1>
        <a:dk2>
          <a:srgbClr val="999B9D"/>
        </a:dk2>
        <a:lt2>
          <a:srgbClr val="BFD7CE"/>
        </a:lt2>
        <a:accent1>
          <a:srgbClr val="BEBCBD"/>
        </a:accent1>
        <a:accent2>
          <a:srgbClr val="E64B4B"/>
        </a:accent2>
        <a:accent3>
          <a:srgbClr val="FFFFFF"/>
        </a:accent3>
        <a:accent4>
          <a:srgbClr val="47474C"/>
        </a:accent4>
        <a:accent5>
          <a:srgbClr val="DBDADB"/>
        </a:accent5>
        <a:accent6>
          <a:srgbClr val="D04343"/>
        </a:accent6>
        <a:hlink>
          <a:srgbClr val="ACC2D8"/>
        </a:hlink>
        <a:folHlink>
          <a:srgbClr val="E655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titre &amp; Slide Visuel 3">
        <a:dk1>
          <a:srgbClr val="55555A"/>
        </a:dk1>
        <a:lt1>
          <a:srgbClr val="FFFFFF"/>
        </a:lt1>
        <a:dk2>
          <a:srgbClr val="00B2DE"/>
        </a:dk2>
        <a:lt2>
          <a:srgbClr val="E1AF96"/>
        </a:lt2>
        <a:accent1>
          <a:srgbClr val="AFDEEE"/>
        </a:accent1>
        <a:accent2>
          <a:srgbClr val="A2C08E"/>
        </a:accent2>
        <a:accent3>
          <a:srgbClr val="FFFFFF"/>
        </a:accent3>
        <a:accent4>
          <a:srgbClr val="47474C"/>
        </a:accent4>
        <a:accent5>
          <a:srgbClr val="D4ECF5"/>
        </a:accent5>
        <a:accent6>
          <a:srgbClr val="92AE80"/>
        </a:accent6>
        <a:hlink>
          <a:srgbClr val="AACB2B"/>
        </a:hlink>
        <a:folHlink>
          <a:srgbClr val="E655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titre &amp; Slide Visuel 4">
        <a:dk1>
          <a:srgbClr val="55555A"/>
        </a:dk1>
        <a:lt1>
          <a:srgbClr val="FFFFFF"/>
        </a:lt1>
        <a:dk2>
          <a:srgbClr val="AC0481"/>
        </a:dk2>
        <a:lt2>
          <a:srgbClr val="E1AF96"/>
        </a:lt2>
        <a:accent1>
          <a:srgbClr val="EA85AF"/>
        </a:accent1>
        <a:accent2>
          <a:srgbClr val="7DC3BE"/>
        </a:accent2>
        <a:accent3>
          <a:srgbClr val="FFFFFF"/>
        </a:accent3>
        <a:accent4>
          <a:srgbClr val="47474C"/>
        </a:accent4>
        <a:accent5>
          <a:srgbClr val="F3C2D4"/>
        </a:accent5>
        <a:accent6>
          <a:srgbClr val="71B0AC"/>
        </a:accent6>
        <a:hlink>
          <a:srgbClr val="5FB46E"/>
        </a:hlink>
        <a:folHlink>
          <a:srgbClr val="87A09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titre &amp; Slide Visuel 5">
        <a:dk1>
          <a:srgbClr val="55555A"/>
        </a:dk1>
        <a:lt1>
          <a:srgbClr val="FFFFFF"/>
        </a:lt1>
        <a:dk2>
          <a:srgbClr val="C4B200"/>
        </a:dk2>
        <a:lt2>
          <a:srgbClr val="D2D38A"/>
        </a:lt2>
        <a:accent1>
          <a:srgbClr val="EDDD7A"/>
        </a:accent1>
        <a:accent2>
          <a:srgbClr val="CF8C4B"/>
        </a:accent2>
        <a:accent3>
          <a:srgbClr val="FFFFFF"/>
        </a:accent3>
        <a:accent4>
          <a:srgbClr val="47474C"/>
        </a:accent4>
        <a:accent5>
          <a:srgbClr val="F4EBBE"/>
        </a:accent5>
        <a:accent6>
          <a:srgbClr val="BB7E43"/>
        </a:accent6>
        <a:hlink>
          <a:srgbClr val="F5AA00"/>
        </a:hlink>
        <a:folHlink>
          <a:srgbClr val="C6A4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titre &amp; Slide Visuel 6">
        <a:dk1>
          <a:srgbClr val="55555A"/>
        </a:dk1>
        <a:lt1>
          <a:srgbClr val="FFFFFF"/>
        </a:lt1>
        <a:dk2>
          <a:srgbClr val="54AA28"/>
        </a:dk2>
        <a:lt2>
          <a:srgbClr val="C1DEC0"/>
        </a:lt2>
        <a:accent1>
          <a:srgbClr val="CBDA90"/>
        </a:accent1>
        <a:accent2>
          <a:srgbClr val="E64B4B"/>
        </a:accent2>
        <a:accent3>
          <a:srgbClr val="FFFFFF"/>
        </a:accent3>
        <a:accent4>
          <a:srgbClr val="47474C"/>
        </a:accent4>
        <a:accent5>
          <a:srgbClr val="E2EAC6"/>
        </a:accent5>
        <a:accent6>
          <a:srgbClr val="D04343"/>
        </a:accent6>
        <a:hlink>
          <a:srgbClr val="BFBFAF"/>
        </a:hlink>
        <a:folHlink>
          <a:srgbClr val="6A9A6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titre &amp; Slide Visuel 7">
        <a:dk1>
          <a:srgbClr val="55555A"/>
        </a:dk1>
        <a:lt1>
          <a:srgbClr val="FFFFFF"/>
        </a:lt1>
        <a:dk2>
          <a:srgbClr val="999B9D"/>
        </a:dk2>
        <a:lt2>
          <a:srgbClr val="BFD7CE"/>
        </a:lt2>
        <a:accent1>
          <a:srgbClr val="BEBCBD"/>
        </a:accent1>
        <a:accent2>
          <a:srgbClr val="E1784B"/>
        </a:accent2>
        <a:accent3>
          <a:srgbClr val="FFFFFF"/>
        </a:accent3>
        <a:accent4>
          <a:srgbClr val="47474C"/>
        </a:accent4>
        <a:accent5>
          <a:srgbClr val="DBDADB"/>
        </a:accent5>
        <a:accent6>
          <a:srgbClr val="CC6C43"/>
        </a:accent6>
        <a:hlink>
          <a:srgbClr val="A9A8BF"/>
        </a:hlink>
        <a:folHlink>
          <a:srgbClr val="ACC2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titre &amp; Slide Visuel 8">
        <a:dk1>
          <a:srgbClr val="55555A"/>
        </a:dk1>
        <a:lt1>
          <a:srgbClr val="FFFFFF"/>
        </a:lt1>
        <a:dk2>
          <a:srgbClr val="00B2DE"/>
        </a:dk2>
        <a:lt2>
          <a:srgbClr val="C9CFA1"/>
        </a:lt2>
        <a:accent1>
          <a:srgbClr val="AFDEEE"/>
        </a:accent1>
        <a:accent2>
          <a:srgbClr val="AACB2B"/>
        </a:accent2>
        <a:accent3>
          <a:srgbClr val="FFFFFF"/>
        </a:accent3>
        <a:accent4>
          <a:srgbClr val="47474C"/>
        </a:accent4>
        <a:accent5>
          <a:srgbClr val="D4ECF5"/>
        </a:accent5>
        <a:accent6>
          <a:srgbClr val="9AB826"/>
        </a:accent6>
        <a:hlink>
          <a:srgbClr val="A1B5C9"/>
        </a:hlink>
        <a:folHlink>
          <a:srgbClr val="4491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titre &amp; Slide Visuel 9">
        <a:dk1>
          <a:srgbClr val="55555A"/>
        </a:dk1>
        <a:lt1>
          <a:srgbClr val="FFFFFF"/>
        </a:lt1>
        <a:dk2>
          <a:srgbClr val="00B2DE"/>
        </a:dk2>
        <a:lt2>
          <a:srgbClr val="C9CFA1"/>
        </a:lt2>
        <a:accent1>
          <a:srgbClr val="AFDEEE"/>
        </a:accent1>
        <a:accent2>
          <a:srgbClr val="B2C400"/>
        </a:accent2>
        <a:accent3>
          <a:srgbClr val="FFFFFF"/>
        </a:accent3>
        <a:accent4>
          <a:srgbClr val="47474C"/>
        </a:accent4>
        <a:accent5>
          <a:srgbClr val="D4ECF5"/>
        </a:accent5>
        <a:accent6>
          <a:srgbClr val="A1B100"/>
        </a:accent6>
        <a:hlink>
          <a:srgbClr val="A1B5C9"/>
        </a:hlink>
        <a:folHlink>
          <a:srgbClr val="4491A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6_Titre &amp; Fin Filet">
  <a:themeElements>
    <a:clrScheme name="Titre &amp; Fin Filet 9">
      <a:dk1>
        <a:srgbClr val="55555A"/>
      </a:dk1>
      <a:lt1>
        <a:srgbClr val="FFFFFF"/>
      </a:lt1>
      <a:dk2>
        <a:srgbClr val="00B2DE"/>
      </a:dk2>
      <a:lt2>
        <a:srgbClr val="C9CFA1"/>
      </a:lt2>
      <a:accent1>
        <a:srgbClr val="AFDEEE"/>
      </a:accent1>
      <a:accent2>
        <a:srgbClr val="B2C400"/>
      </a:accent2>
      <a:accent3>
        <a:srgbClr val="FFFFFF"/>
      </a:accent3>
      <a:accent4>
        <a:srgbClr val="47474C"/>
      </a:accent4>
      <a:accent5>
        <a:srgbClr val="D4ECF5"/>
      </a:accent5>
      <a:accent6>
        <a:srgbClr val="A1B100"/>
      </a:accent6>
      <a:hlink>
        <a:srgbClr val="A1B5C9"/>
      </a:hlink>
      <a:folHlink>
        <a:srgbClr val="4491A7"/>
      </a:folHlink>
    </a:clrScheme>
    <a:fontScheme name="2_Titre &amp; Fin Filet">
      <a:majorFont>
        <a:latin typeface=""/>
        <a:ea typeface="MS PGothic"/>
        <a:cs typeface="ＭＳ Ｐゴシック"/>
      </a:majorFont>
      <a:minorFont>
        <a:latin typeface=""/>
        <a:ea typeface="MS PGothic"/>
        <a:cs typeface="ＭＳ Ｐゴシック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folHlink"/>
        </a:solidFill>
        <a:ln w="317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folHlink"/>
        </a:solidFill>
        <a:ln w="317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Titre &amp; Fin Filet 1">
        <a:dk1>
          <a:srgbClr val="55555A"/>
        </a:dk1>
        <a:lt1>
          <a:srgbClr val="FFFFFF"/>
        </a:lt1>
        <a:dk2>
          <a:srgbClr val="005FA0"/>
        </a:dk2>
        <a:lt2>
          <a:srgbClr val="A5AAAA"/>
        </a:lt2>
        <a:accent1>
          <a:srgbClr val="82CDF0"/>
        </a:accent1>
        <a:accent2>
          <a:srgbClr val="7D82B4"/>
        </a:accent2>
        <a:accent3>
          <a:srgbClr val="FFFFFF"/>
        </a:accent3>
        <a:accent4>
          <a:srgbClr val="47474C"/>
        </a:accent4>
        <a:accent5>
          <a:srgbClr val="C1E3F6"/>
        </a:accent5>
        <a:accent6>
          <a:srgbClr val="7175A3"/>
        </a:accent6>
        <a:hlink>
          <a:srgbClr val="87A578"/>
        </a:hlink>
        <a:folHlink>
          <a:srgbClr val="E1784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2">
        <a:dk1>
          <a:srgbClr val="55555A"/>
        </a:dk1>
        <a:lt1>
          <a:srgbClr val="FFFFFF"/>
        </a:lt1>
        <a:dk2>
          <a:srgbClr val="999B9D"/>
        </a:dk2>
        <a:lt2>
          <a:srgbClr val="BFD7CE"/>
        </a:lt2>
        <a:accent1>
          <a:srgbClr val="BEBCBD"/>
        </a:accent1>
        <a:accent2>
          <a:srgbClr val="E64B4B"/>
        </a:accent2>
        <a:accent3>
          <a:srgbClr val="FFFFFF"/>
        </a:accent3>
        <a:accent4>
          <a:srgbClr val="47474C"/>
        </a:accent4>
        <a:accent5>
          <a:srgbClr val="DBDADB"/>
        </a:accent5>
        <a:accent6>
          <a:srgbClr val="D04343"/>
        </a:accent6>
        <a:hlink>
          <a:srgbClr val="ACC2D8"/>
        </a:hlink>
        <a:folHlink>
          <a:srgbClr val="E655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3">
        <a:dk1>
          <a:srgbClr val="55555A"/>
        </a:dk1>
        <a:lt1>
          <a:srgbClr val="FFFFFF"/>
        </a:lt1>
        <a:dk2>
          <a:srgbClr val="00B2DE"/>
        </a:dk2>
        <a:lt2>
          <a:srgbClr val="E1AF96"/>
        </a:lt2>
        <a:accent1>
          <a:srgbClr val="AFDEEE"/>
        </a:accent1>
        <a:accent2>
          <a:srgbClr val="A2C08E"/>
        </a:accent2>
        <a:accent3>
          <a:srgbClr val="FFFFFF"/>
        </a:accent3>
        <a:accent4>
          <a:srgbClr val="47474C"/>
        </a:accent4>
        <a:accent5>
          <a:srgbClr val="D4ECF5"/>
        </a:accent5>
        <a:accent6>
          <a:srgbClr val="92AE80"/>
        </a:accent6>
        <a:hlink>
          <a:srgbClr val="AACB2B"/>
        </a:hlink>
        <a:folHlink>
          <a:srgbClr val="E655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4">
        <a:dk1>
          <a:srgbClr val="55555A"/>
        </a:dk1>
        <a:lt1>
          <a:srgbClr val="FFFFFF"/>
        </a:lt1>
        <a:dk2>
          <a:srgbClr val="AC0481"/>
        </a:dk2>
        <a:lt2>
          <a:srgbClr val="E1AF96"/>
        </a:lt2>
        <a:accent1>
          <a:srgbClr val="EA85AF"/>
        </a:accent1>
        <a:accent2>
          <a:srgbClr val="7DC3BE"/>
        </a:accent2>
        <a:accent3>
          <a:srgbClr val="FFFFFF"/>
        </a:accent3>
        <a:accent4>
          <a:srgbClr val="47474C"/>
        </a:accent4>
        <a:accent5>
          <a:srgbClr val="F3C2D4"/>
        </a:accent5>
        <a:accent6>
          <a:srgbClr val="71B0AC"/>
        </a:accent6>
        <a:hlink>
          <a:srgbClr val="5FB46E"/>
        </a:hlink>
        <a:folHlink>
          <a:srgbClr val="87A09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5">
        <a:dk1>
          <a:srgbClr val="55555A"/>
        </a:dk1>
        <a:lt1>
          <a:srgbClr val="FFFFFF"/>
        </a:lt1>
        <a:dk2>
          <a:srgbClr val="C4B200"/>
        </a:dk2>
        <a:lt2>
          <a:srgbClr val="D2D38A"/>
        </a:lt2>
        <a:accent1>
          <a:srgbClr val="EDDD7A"/>
        </a:accent1>
        <a:accent2>
          <a:srgbClr val="CF8C4B"/>
        </a:accent2>
        <a:accent3>
          <a:srgbClr val="FFFFFF"/>
        </a:accent3>
        <a:accent4>
          <a:srgbClr val="47474C"/>
        </a:accent4>
        <a:accent5>
          <a:srgbClr val="F4EBBE"/>
        </a:accent5>
        <a:accent6>
          <a:srgbClr val="BB7E43"/>
        </a:accent6>
        <a:hlink>
          <a:srgbClr val="F5AA00"/>
        </a:hlink>
        <a:folHlink>
          <a:srgbClr val="C6A4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6">
        <a:dk1>
          <a:srgbClr val="55555A"/>
        </a:dk1>
        <a:lt1>
          <a:srgbClr val="FFFFFF"/>
        </a:lt1>
        <a:dk2>
          <a:srgbClr val="54AA28"/>
        </a:dk2>
        <a:lt2>
          <a:srgbClr val="C1DEC0"/>
        </a:lt2>
        <a:accent1>
          <a:srgbClr val="CBDA90"/>
        </a:accent1>
        <a:accent2>
          <a:srgbClr val="E64B4B"/>
        </a:accent2>
        <a:accent3>
          <a:srgbClr val="FFFFFF"/>
        </a:accent3>
        <a:accent4>
          <a:srgbClr val="47474C"/>
        </a:accent4>
        <a:accent5>
          <a:srgbClr val="E2EAC6"/>
        </a:accent5>
        <a:accent6>
          <a:srgbClr val="D04343"/>
        </a:accent6>
        <a:hlink>
          <a:srgbClr val="BFBFAF"/>
        </a:hlink>
        <a:folHlink>
          <a:srgbClr val="6A9A6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7">
        <a:dk1>
          <a:srgbClr val="55555A"/>
        </a:dk1>
        <a:lt1>
          <a:srgbClr val="FFFFFF"/>
        </a:lt1>
        <a:dk2>
          <a:srgbClr val="999B9D"/>
        </a:dk2>
        <a:lt2>
          <a:srgbClr val="BFD7CE"/>
        </a:lt2>
        <a:accent1>
          <a:srgbClr val="BEBCBD"/>
        </a:accent1>
        <a:accent2>
          <a:srgbClr val="E1784B"/>
        </a:accent2>
        <a:accent3>
          <a:srgbClr val="FFFFFF"/>
        </a:accent3>
        <a:accent4>
          <a:srgbClr val="47474C"/>
        </a:accent4>
        <a:accent5>
          <a:srgbClr val="DBDADB"/>
        </a:accent5>
        <a:accent6>
          <a:srgbClr val="CC6C43"/>
        </a:accent6>
        <a:hlink>
          <a:srgbClr val="A9A8BF"/>
        </a:hlink>
        <a:folHlink>
          <a:srgbClr val="ACC2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8">
        <a:dk1>
          <a:srgbClr val="55555A"/>
        </a:dk1>
        <a:lt1>
          <a:srgbClr val="FFFFFF"/>
        </a:lt1>
        <a:dk2>
          <a:srgbClr val="00B2DE"/>
        </a:dk2>
        <a:lt2>
          <a:srgbClr val="C9CFA1"/>
        </a:lt2>
        <a:accent1>
          <a:srgbClr val="AFDEEE"/>
        </a:accent1>
        <a:accent2>
          <a:srgbClr val="AACB2B"/>
        </a:accent2>
        <a:accent3>
          <a:srgbClr val="FFFFFF"/>
        </a:accent3>
        <a:accent4>
          <a:srgbClr val="47474C"/>
        </a:accent4>
        <a:accent5>
          <a:srgbClr val="D4ECF5"/>
        </a:accent5>
        <a:accent6>
          <a:srgbClr val="9AB826"/>
        </a:accent6>
        <a:hlink>
          <a:srgbClr val="A1B5C9"/>
        </a:hlink>
        <a:folHlink>
          <a:srgbClr val="4491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9">
        <a:dk1>
          <a:srgbClr val="55555A"/>
        </a:dk1>
        <a:lt1>
          <a:srgbClr val="FFFFFF"/>
        </a:lt1>
        <a:dk2>
          <a:srgbClr val="00B2DE"/>
        </a:dk2>
        <a:lt2>
          <a:srgbClr val="C9CFA1"/>
        </a:lt2>
        <a:accent1>
          <a:srgbClr val="AFDEEE"/>
        </a:accent1>
        <a:accent2>
          <a:srgbClr val="B2C400"/>
        </a:accent2>
        <a:accent3>
          <a:srgbClr val="FFFFFF"/>
        </a:accent3>
        <a:accent4>
          <a:srgbClr val="47474C"/>
        </a:accent4>
        <a:accent5>
          <a:srgbClr val="D4ECF5"/>
        </a:accent5>
        <a:accent6>
          <a:srgbClr val="A1B100"/>
        </a:accent6>
        <a:hlink>
          <a:srgbClr val="A1B5C9"/>
        </a:hlink>
        <a:folHlink>
          <a:srgbClr val="4491A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7_Titre &amp; Fin Filet">
  <a:themeElements>
    <a:clrScheme name="Titre &amp; Fin Filet 9">
      <a:dk1>
        <a:srgbClr val="55555A"/>
      </a:dk1>
      <a:lt1>
        <a:srgbClr val="FFFFFF"/>
      </a:lt1>
      <a:dk2>
        <a:srgbClr val="00B2DE"/>
      </a:dk2>
      <a:lt2>
        <a:srgbClr val="C9CFA1"/>
      </a:lt2>
      <a:accent1>
        <a:srgbClr val="AFDEEE"/>
      </a:accent1>
      <a:accent2>
        <a:srgbClr val="B2C400"/>
      </a:accent2>
      <a:accent3>
        <a:srgbClr val="FFFFFF"/>
      </a:accent3>
      <a:accent4>
        <a:srgbClr val="47474C"/>
      </a:accent4>
      <a:accent5>
        <a:srgbClr val="D4ECF5"/>
      </a:accent5>
      <a:accent6>
        <a:srgbClr val="A1B100"/>
      </a:accent6>
      <a:hlink>
        <a:srgbClr val="A1B5C9"/>
      </a:hlink>
      <a:folHlink>
        <a:srgbClr val="4491A7"/>
      </a:folHlink>
    </a:clrScheme>
    <a:fontScheme name="2_Titre &amp; Fin Filet">
      <a:majorFont>
        <a:latin typeface=""/>
        <a:ea typeface="MS PGothic"/>
        <a:cs typeface="ＭＳ Ｐゴシック"/>
      </a:majorFont>
      <a:minorFont>
        <a:latin typeface=""/>
        <a:ea typeface="MS PGothic"/>
        <a:cs typeface="ＭＳ Ｐゴシック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folHlink"/>
        </a:solidFill>
        <a:ln w="317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folHlink"/>
        </a:solidFill>
        <a:ln w="317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Titre &amp; Fin Filet 1">
        <a:dk1>
          <a:srgbClr val="55555A"/>
        </a:dk1>
        <a:lt1>
          <a:srgbClr val="FFFFFF"/>
        </a:lt1>
        <a:dk2>
          <a:srgbClr val="005FA0"/>
        </a:dk2>
        <a:lt2>
          <a:srgbClr val="A5AAAA"/>
        </a:lt2>
        <a:accent1>
          <a:srgbClr val="82CDF0"/>
        </a:accent1>
        <a:accent2>
          <a:srgbClr val="7D82B4"/>
        </a:accent2>
        <a:accent3>
          <a:srgbClr val="FFFFFF"/>
        </a:accent3>
        <a:accent4>
          <a:srgbClr val="47474C"/>
        </a:accent4>
        <a:accent5>
          <a:srgbClr val="C1E3F6"/>
        </a:accent5>
        <a:accent6>
          <a:srgbClr val="7175A3"/>
        </a:accent6>
        <a:hlink>
          <a:srgbClr val="87A578"/>
        </a:hlink>
        <a:folHlink>
          <a:srgbClr val="E1784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2">
        <a:dk1>
          <a:srgbClr val="55555A"/>
        </a:dk1>
        <a:lt1>
          <a:srgbClr val="FFFFFF"/>
        </a:lt1>
        <a:dk2>
          <a:srgbClr val="999B9D"/>
        </a:dk2>
        <a:lt2>
          <a:srgbClr val="BFD7CE"/>
        </a:lt2>
        <a:accent1>
          <a:srgbClr val="BEBCBD"/>
        </a:accent1>
        <a:accent2>
          <a:srgbClr val="E64B4B"/>
        </a:accent2>
        <a:accent3>
          <a:srgbClr val="FFFFFF"/>
        </a:accent3>
        <a:accent4>
          <a:srgbClr val="47474C"/>
        </a:accent4>
        <a:accent5>
          <a:srgbClr val="DBDADB"/>
        </a:accent5>
        <a:accent6>
          <a:srgbClr val="D04343"/>
        </a:accent6>
        <a:hlink>
          <a:srgbClr val="ACC2D8"/>
        </a:hlink>
        <a:folHlink>
          <a:srgbClr val="E655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3">
        <a:dk1>
          <a:srgbClr val="55555A"/>
        </a:dk1>
        <a:lt1>
          <a:srgbClr val="FFFFFF"/>
        </a:lt1>
        <a:dk2>
          <a:srgbClr val="00B2DE"/>
        </a:dk2>
        <a:lt2>
          <a:srgbClr val="E1AF96"/>
        </a:lt2>
        <a:accent1>
          <a:srgbClr val="AFDEEE"/>
        </a:accent1>
        <a:accent2>
          <a:srgbClr val="A2C08E"/>
        </a:accent2>
        <a:accent3>
          <a:srgbClr val="FFFFFF"/>
        </a:accent3>
        <a:accent4>
          <a:srgbClr val="47474C"/>
        </a:accent4>
        <a:accent5>
          <a:srgbClr val="D4ECF5"/>
        </a:accent5>
        <a:accent6>
          <a:srgbClr val="92AE80"/>
        </a:accent6>
        <a:hlink>
          <a:srgbClr val="AACB2B"/>
        </a:hlink>
        <a:folHlink>
          <a:srgbClr val="E655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4">
        <a:dk1>
          <a:srgbClr val="55555A"/>
        </a:dk1>
        <a:lt1>
          <a:srgbClr val="FFFFFF"/>
        </a:lt1>
        <a:dk2>
          <a:srgbClr val="AC0481"/>
        </a:dk2>
        <a:lt2>
          <a:srgbClr val="E1AF96"/>
        </a:lt2>
        <a:accent1>
          <a:srgbClr val="EA85AF"/>
        </a:accent1>
        <a:accent2>
          <a:srgbClr val="7DC3BE"/>
        </a:accent2>
        <a:accent3>
          <a:srgbClr val="FFFFFF"/>
        </a:accent3>
        <a:accent4>
          <a:srgbClr val="47474C"/>
        </a:accent4>
        <a:accent5>
          <a:srgbClr val="F3C2D4"/>
        </a:accent5>
        <a:accent6>
          <a:srgbClr val="71B0AC"/>
        </a:accent6>
        <a:hlink>
          <a:srgbClr val="5FB46E"/>
        </a:hlink>
        <a:folHlink>
          <a:srgbClr val="87A09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5">
        <a:dk1>
          <a:srgbClr val="55555A"/>
        </a:dk1>
        <a:lt1>
          <a:srgbClr val="FFFFFF"/>
        </a:lt1>
        <a:dk2>
          <a:srgbClr val="C4B200"/>
        </a:dk2>
        <a:lt2>
          <a:srgbClr val="D2D38A"/>
        </a:lt2>
        <a:accent1>
          <a:srgbClr val="EDDD7A"/>
        </a:accent1>
        <a:accent2>
          <a:srgbClr val="CF8C4B"/>
        </a:accent2>
        <a:accent3>
          <a:srgbClr val="FFFFFF"/>
        </a:accent3>
        <a:accent4>
          <a:srgbClr val="47474C"/>
        </a:accent4>
        <a:accent5>
          <a:srgbClr val="F4EBBE"/>
        </a:accent5>
        <a:accent6>
          <a:srgbClr val="BB7E43"/>
        </a:accent6>
        <a:hlink>
          <a:srgbClr val="F5AA00"/>
        </a:hlink>
        <a:folHlink>
          <a:srgbClr val="C6A4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6">
        <a:dk1>
          <a:srgbClr val="55555A"/>
        </a:dk1>
        <a:lt1>
          <a:srgbClr val="FFFFFF"/>
        </a:lt1>
        <a:dk2>
          <a:srgbClr val="54AA28"/>
        </a:dk2>
        <a:lt2>
          <a:srgbClr val="C1DEC0"/>
        </a:lt2>
        <a:accent1>
          <a:srgbClr val="CBDA90"/>
        </a:accent1>
        <a:accent2>
          <a:srgbClr val="E64B4B"/>
        </a:accent2>
        <a:accent3>
          <a:srgbClr val="FFFFFF"/>
        </a:accent3>
        <a:accent4>
          <a:srgbClr val="47474C"/>
        </a:accent4>
        <a:accent5>
          <a:srgbClr val="E2EAC6"/>
        </a:accent5>
        <a:accent6>
          <a:srgbClr val="D04343"/>
        </a:accent6>
        <a:hlink>
          <a:srgbClr val="BFBFAF"/>
        </a:hlink>
        <a:folHlink>
          <a:srgbClr val="6A9A6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7">
        <a:dk1>
          <a:srgbClr val="55555A"/>
        </a:dk1>
        <a:lt1>
          <a:srgbClr val="FFFFFF"/>
        </a:lt1>
        <a:dk2>
          <a:srgbClr val="999B9D"/>
        </a:dk2>
        <a:lt2>
          <a:srgbClr val="BFD7CE"/>
        </a:lt2>
        <a:accent1>
          <a:srgbClr val="BEBCBD"/>
        </a:accent1>
        <a:accent2>
          <a:srgbClr val="E1784B"/>
        </a:accent2>
        <a:accent3>
          <a:srgbClr val="FFFFFF"/>
        </a:accent3>
        <a:accent4>
          <a:srgbClr val="47474C"/>
        </a:accent4>
        <a:accent5>
          <a:srgbClr val="DBDADB"/>
        </a:accent5>
        <a:accent6>
          <a:srgbClr val="CC6C43"/>
        </a:accent6>
        <a:hlink>
          <a:srgbClr val="A9A8BF"/>
        </a:hlink>
        <a:folHlink>
          <a:srgbClr val="ACC2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8">
        <a:dk1>
          <a:srgbClr val="55555A"/>
        </a:dk1>
        <a:lt1>
          <a:srgbClr val="FFFFFF"/>
        </a:lt1>
        <a:dk2>
          <a:srgbClr val="00B2DE"/>
        </a:dk2>
        <a:lt2>
          <a:srgbClr val="C9CFA1"/>
        </a:lt2>
        <a:accent1>
          <a:srgbClr val="AFDEEE"/>
        </a:accent1>
        <a:accent2>
          <a:srgbClr val="AACB2B"/>
        </a:accent2>
        <a:accent3>
          <a:srgbClr val="FFFFFF"/>
        </a:accent3>
        <a:accent4>
          <a:srgbClr val="47474C"/>
        </a:accent4>
        <a:accent5>
          <a:srgbClr val="D4ECF5"/>
        </a:accent5>
        <a:accent6>
          <a:srgbClr val="9AB826"/>
        </a:accent6>
        <a:hlink>
          <a:srgbClr val="A1B5C9"/>
        </a:hlink>
        <a:folHlink>
          <a:srgbClr val="4491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9">
        <a:dk1>
          <a:srgbClr val="55555A"/>
        </a:dk1>
        <a:lt1>
          <a:srgbClr val="FFFFFF"/>
        </a:lt1>
        <a:dk2>
          <a:srgbClr val="00B2DE"/>
        </a:dk2>
        <a:lt2>
          <a:srgbClr val="C9CFA1"/>
        </a:lt2>
        <a:accent1>
          <a:srgbClr val="AFDEEE"/>
        </a:accent1>
        <a:accent2>
          <a:srgbClr val="B2C400"/>
        </a:accent2>
        <a:accent3>
          <a:srgbClr val="FFFFFF"/>
        </a:accent3>
        <a:accent4>
          <a:srgbClr val="47474C"/>
        </a:accent4>
        <a:accent5>
          <a:srgbClr val="D4ECF5"/>
        </a:accent5>
        <a:accent6>
          <a:srgbClr val="A1B100"/>
        </a:accent6>
        <a:hlink>
          <a:srgbClr val="A1B5C9"/>
        </a:hlink>
        <a:folHlink>
          <a:srgbClr val="4491A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8_Titre &amp; Fin Filet">
  <a:themeElements>
    <a:clrScheme name="Titre &amp; Fin Filet 9">
      <a:dk1>
        <a:srgbClr val="55555A"/>
      </a:dk1>
      <a:lt1>
        <a:srgbClr val="FFFFFF"/>
      </a:lt1>
      <a:dk2>
        <a:srgbClr val="00B2DE"/>
      </a:dk2>
      <a:lt2>
        <a:srgbClr val="C9CFA1"/>
      </a:lt2>
      <a:accent1>
        <a:srgbClr val="AFDEEE"/>
      </a:accent1>
      <a:accent2>
        <a:srgbClr val="B2C400"/>
      </a:accent2>
      <a:accent3>
        <a:srgbClr val="FFFFFF"/>
      </a:accent3>
      <a:accent4>
        <a:srgbClr val="47474C"/>
      </a:accent4>
      <a:accent5>
        <a:srgbClr val="D4ECF5"/>
      </a:accent5>
      <a:accent6>
        <a:srgbClr val="A1B100"/>
      </a:accent6>
      <a:hlink>
        <a:srgbClr val="A1B5C9"/>
      </a:hlink>
      <a:folHlink>
        <a:srgbClr val="4491A7"/>
      </a:folHlink>
    </a:clrScheme>
    <a:fontScheme name="2_Titre &amp; Fin Filet">
      <a:majorFont>
        <a:latin typeface=""/>
        <a:ea typeface="MS PGothic"/>
        <a:cs typeface="ＭＳ Ｐゴシック"/>
      </a:majorFont>
      <a:minorFont>
        <a:latin typeface=""/>
        <a:ea typeface="MS PGothic"/>
        <a:cs typeface="ＭＳ Ｐゴシック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folHlink"/>
        </a:solidFill>
        <a:ln w="317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folHlink"/>
        </a:solidFill>
        <a:ln w="317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Titre &amp; Fin Filet 1">
        <a:dk1>
          <a:srgbClr val="55555A"/>
        </a:dk1>
        <a:lt1>
          <a:srgbClr val="FFFFFF"/>
        </a:lt1>
        <a:dk2>
          <a:srgbClr val="005FA0"/>
        </a:dk2>
        <a:lt2>
          <a:srgbClr val="A5AAAA"/>
        </a:lt2>
        <a:accent1>
          <a:srgbClr val="82CDF0"/>
        </a:accent1>
        <a:accent2>
          <a:srgbClr val="7D82B4"/>
        </a:accent2>
        <a:accent3>
          <a:srgbClr val="FFFFFF"/>
        </a:accent3>
        <a:accent4>
          <a:srgbClr val="47474C"/>
        </a:accent4>
        <a:accent5>
          <a:srgbClr val="C1E3F6"/>
        </a:accent5>
        <a:accent6>
          <a:srgbClr val="7175A3"/>
        </a:accent6>
        <a:hlink>
          <a:srgbClr val="87A578"/>
        </a:hlink>
        <a:folHlink>
          <a:srgbClr val="E1784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2">
        <a:dk1>
          <a:srgbClr val="55555A"/>
        </a:dk1>
        <a:lt1>
          <a:srgbClr val="FFFFFF"/>
        </a:lt1>
        <a:dk2>
          <a:srgbClr val="999B9D"/>
        </a:dk2>
        <a:lt2>
          <a:srgbClr val="BFD7CE"/>
        </a:lt2>
        <a:accent1>
          <a:srgbClr val="BEBCBD"/>
        </a:accent1>
        <a:accent2>
          <a:srgbClr val="E64B4B"/>
        </a:accent2>
        <a:accent3>
          <a:srgbClr val="FFFFFF"/>
        </a:accent3>
        <a:accent4>
          <a:srgbClr val="47474C"/>
        </a:accent4>
        <a:accent5>
          <a:srgbClr val="DBDADB"/>
        </a:accent5>
        <a:accent6>
          <a:srgbClr val="D04343"/>
        </a:accent6>
        <a:hlink>
          <a:srgbClr val="ACC2D8"/>
        </a:hlink>
        <a:folHlink>
          <a:srgbClr val="E655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3">
        <a:dk1>
          <a:srgbClr val="55555A"/>
        </a:dk1>
        <a:lt1>
          <a:srgbClr val="FFFFFF"/>
        </a:lt1>
        <a:dk2>
          <a:srgbClr val="00B2DE"/>
        </a:dk2>
        <a:lt2>
          <a:srgbClr val="E1AF96"/>
        </a:lt2>
        <a:accent1>
          <a:srgbClr val="AFDEEE"/>
        </a:accent1>
        <a:accent2>
          <a:srgbClr val="A2C08E"/>
        </a:accent2>
        <a:accent3>
          <a:srgbClr val="FFFFFF"/>
        </a:accent3>
        <a:accent4>
          <a:srgbClr val="47474C"/>
        </a:accent4>
        <a:accent5>
          <a:srgbClr val="D4ECF5"/>
        </a:accent5>
        <a:accent6>
          <a:srgbClr val="92AE80"/>
        </a:accent6>
        <a:hlink>
          <a:srgbClr val="AACB2B"/>
        </a:hlink>
        <a:folHlink>
          <a:srgbClr val="E655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4">
        <a:dk1>
          <a:srgbClr val="55555A"/>
        </a:dk1>
        <a:lt1>
          <a:srgbClr val="FFFFFF"/>
        </a:lt1>
        <a:dk2>
          <a:srgbClr val="AC0481"/>
        </a:dk2>
        <a:lt2>
          <a:srgbClr val="E1AF96"/>
        </a:lt2>
        <a:accent1>
          <a:srgbClr val="EA85AF"/>
        </a:accent1>
        <a:accent2>
          <a:srgbClr val="7DC3BE"/>
        </a:accent2>
        <a:accent3>
          <a:srgbClr val="FFFFFF"/>
        </a:accent3>
        <a:accent4>
          <a:srgbClr val="47474C"/>
        </a:accent4>
        <a:accent5>
          <a:srgbClr val="F3C2D4"/>
        </a:accent5>
        <a:accent6>
          <a:srgbClr val="71B0AC"/>
        </a:accent6>
        <a:hlink>
          <a:srgbClr val="5FB46E"/>
        </a:hlink>
        <a:folHlink>
          <a:srgbClr val="87A09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5">
        <a:dk1>
          <a:srgbClr val="55555A"/>
        </a:dk1>
        <a:lt1>
          <a:srgbClr val="FFFFFF"/>
        </a:lt1>
        <a:dk2>
          <a:srgbClr val="C4B200"/>
        </a:dk2>
        <a:lt2>
          <a:srgbClr val="D2D38A"/>
        </a:lt2>
        <a:accent1>
          <a:srgbClr val="EDDD7A"/>
        </a:accent1>
        <a:accent2>
          <a:srgbClr val="CF8C4B"/>
        </a:accent2>
        <a:accent3>
          <a:srgbClr val="FFFFFF"/>
        </a:accent3>
        <a:accent4>
          <a:srgbClr val="47474C"/>
        </a:accent4>
        <a:accent5>
          <a:srgbClr val="F4EBBE"/>
        </a:accent5>
        <a:accent6>
          <a:srgbClr val="BB7E43"/>
        </a:accent6>
        <a:hlink>
          <a:srgbClr val="F5AA00"/>
        </a:hlink>
        <a:folHlink>
          <a:srgbClr val="C6A4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6">
        <a:dk1>
          <a:srgbClr val="55555A"/>
        </a:dk1>
        <a:lt1>
          <a:srgbClr val="FFFFFF"/>
        </a:lt1>
        <a:dk2>
          <a:srgbClr val="54AA28"/>
        </a:dk2>
        <a:lt2>
          <a:srgbClr val="C1DEC0"/>
        </a:lt2>
        <a:accent1>
          <a:srgbClr val="CBDA90"/>
        </a:accent1>
        <a:accent2>
          <a:srgbClr val="E64B4B"/>
        </a:accent2>
        <a:accent3>
          <a:srgbClr val="FFFFFF"/>
        </a:accent3>
        <a:accent4>
          <a:srgbClr val="47474C"/>
        </a:accent4>
        <a:accent5>
          <a:srgbClr val="E2EAC6"/>
        </a:accent5>
        <a:accent6>
          <a:srgbClr val="D04343"/>
        </a:accent6>
        <a:hlink>
          <a:srgbClr val="BFBFAF"/>
        </a:hlink>
        <a:folHlink>
          <a:srgbClr val="6A9A6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7">
        <a:dk1>
          <a:srgbClr val="55555A"/>
        </a:dk1>
        <a:lt1>
          <a:srgbClr val="FFFFFF"/>
        </a:lt1>
        <a:dk2>
          <a:srgbClr val="999B9D"/>
        </a:dk2>
        <a:lt2>
          <a:srgbClr val="BFD7CE"/>
        </a:lt2>
        <a:accent1>
          <a:srgbClr val="BEBCBD"/>
        </a:accent1>
        <a:accent2>
          <a:srgbClr val="E1784B"/>
        </a:accent2>
        <a:accent3>
          <a:srgbClr val="FFFFFF"/>
        </a:accent3>
        <a:accent4>
          <a:srgbClr val="47474C"/>
        </a:accent4>
        <a:accent5>
          <a:srgbClr val="DBDADB"/>
        </a:accent5>
        <a:accent6>
          <a:srgbClr val="CC6C43"/>
        </a:accent6>
        <a:hlink>
          <a:srgbClr val="A9A8BF"/>
        </a:hlink>
        <a:folHlink>
          <a:srgbClr val="ACC2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8">
        <a:dk1>
          <a:srgbClr val="55555A"/>
        </a:dk1>
        <a:lt1>
          <a:srgbClr val="FFFFFF"/>
        </a:lt1>
        <a:dk2>
          <a:srgbClr val="00B2DE"/>
        </a:dk2>
        <a:lt2>
          <a:srgbClr val="C9CFA1"/>
        </a:lt2>
        <a:accent1>
          <a:srgbClr val="AFDEEE"/>
        </a:accent1>
        <a:accent2>
          <a:srgbClr val="AACB2B"/>
        </a:accent2>
        <a:accent3>
          <a:srgbClr val="FFFFFF"/>
        </a:accent3>
        <a:accent4>
          <a:srgbClr val="47474C"/>
        </a:accent4>
        <a:accent5>
          <a:srgbClr val="D4ECF5"/>
        </a:accent5>
        <a:accent6>
          <a:srgbClr val="9AB826"/>
        </a:accent6>
        <a:hlink>
          <a:srgbClr val="A1B5C9"/>
        </a:hlink>
        <a:folHlink>
          <a:srgbClr val="4491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9">
        <a:dk1>
          <a:srgbClr val="55555A"/>
        </a:dk1>
        <a:lt1>
          <a:srgbClr val="FFFFFF"/>
        </a:lt1>
        <a:dk2>
          <a:srgbClr val="00B2DE"/>
        </a:dk2>
        <a:lt2>
          <a:srgbClr val="C9CFA1"/>
        </a:lt2>
        <a:accent1>
          <a:srgbClr val="AFDEEE"/>
        </a:accent1>
        <a:accent2>
          <a:srgbClr val="B2C400"/>
        </a:accent2>
        <a:accent3>
          <a:srgbClr val="FFFFFF"/>
        </a:accent3>
        <a:accent4>
          <a:srgbClr val="47474C"/>
        </a:accent4>
        <a:accent5>
          <a:srgbClr val="D4ECF5"/>
        </a:accent5>
        <a:accent6>
          <a:srgbClr val="A1B100"/>
        </a:accent6>
        <a:hlink>
          <a:srgbClr val="A1B5C9"/>
        </a:hlink>
        <a:folHlink>
          <a:srgbClr val="4491A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9_Titre &amp; Fin Filet">
  <a:themeElements>
    <a:clrScheme name="Titre &amp; Fin Filet 9">
      <a:dk1>
        <a:srgbClr val="55555A"/>
      </a:dk1>
      <a:lt1>
        <a:srgbClr val="FFFFFF"/>
      </a:lt1>
      <a:dk2>
        <a:srgbClr val="00B2DE"/>
      </a:dk2>
      <a:lt2>
        <a:srgbClr val="C9CFA1"/>
      </a:lt2>
      <a:accent1>
        <a:srgbClr val="AFDEEE"/>
      </a:accent1>
      <a:accent2>
        <a:srgbClr val="B2C400"/>
      </a:accent2>
      <a:accent3>
        <a:srgbClr val="FFFFFF"/>
      </a:accent3>
      <a:accent4>
        <a:srgbClr val="47474C"/>
      </a:accent4>
      <a:accent5>
        <a:srgbClr val="D4ECF5"/>
      </a:accent5>
      <a:accent6>
        <a:srgbClr val="A1B100"/>
      </a:accent6>
      <a:hlink>
        <a:srgbClr val="A1B5C9"/>
      </a:hlink>
      <a:folHlink>
        <a:srgbClr val="4491A7"/>
      </a:folHlink>
    </a:clrScheme>
    <a:fontScheme name="2_Titre &amp; Fin Filet">
      <a:majorFont>
        <a:latin typeface=""/>
        <a:ea typeface="MS PGothic"/>
        <a:cs typeface="ＭＳ Ｐゴシック"/>
      </a:majorFont>
      <a:minorFont>
        <a:latin typeface=""/>
        <a:ea typeface="MS PGothic"/>
        <a:cs typeface="ＭＳ Ｐゴシック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folHlink"/>
        </a:solidFill>
        <a:ln w="317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folHlink"/>
        </a:solidFill>
        <a:ln w="317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Titre &amp; Fin Filet 1">
        <a:dk1>
          <a:srgbClr val="55555A"/>
        </a:dk1>
        <a:lt1>
          <a:srgbClr val="FFFFFF"/>
        </a:lt1>
        <a:dk2>
          <a:srgbClr val="005FA0"/>
        </a:dk2>
        <a:lt2>
          <a:srgbClr val="A5AAAA"/>
        </a:lt2>
        <a:accent1>
          <a:srgbClr val="82CDF0"/>
        </a:accent1>
        <a:accent2>
          <a:srgbClr val="7D82B4"/>
        </a:accent2>
        <a:accent3>
          <a:srgbClr val="FFFFFF"/>
        </a:accent3>
        <a:accent4>
          <a:srgbClr val="47474C"/>
        </a:accent4>
        <a:accent5>
          <a:srgbClr val="C1E3F6"/>
        </a:accent5>
        <a:accent6>
          <a:srgbClr val="7175A3"/>
        </a:accent6>
        <a:hlink>
          <a:srgbClr val="87A578"/>
        </a:hlink>
        <a:folHlink>
          <a:srgbClr val="E1784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2">
        <a:dk1>
          <a:srgbClr val="55555A"/>
        </a:dk1>
        <a:lt1>
          <a:srgbClr val="FFFFFF"/>
        </a:lt1>
        <a:dk2>
          <a:srgbClr val="999B9D"/>
        </a:dk2>
        <a:lt2>
          <a:srgbClr val="BFD7CE"/>
        </a:lt2>
        <a:accent1>
          <a:srgbClr val="BEBCBD"/>
        </a:accent1>
        <a:accent2>
          <a:srgbClr val="E64B4B"/>
        </a:accent2>
        <a:accent3>
          <a:srgbClr val="FFFFFF"/>
        </a:accent3>
        <a:accent4>
          <a:srgbClr val="47474C"/>
        </a:accent4>
        <a:accent5>
          <a:srgbClr val="DBDADB"/>
        </a:accent5>
        <a:accent6>
          <a:srgbClr val="D04343"/>
        </a:accent6>
        <a:hlink>
          <a:srgbClr val="ACC2D8"/>
        </a:hlink>
        <a:folHlink>
          <a:srgbClr val="E655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3">
        <a:dk1>
          <a:srgbClr val="55555A"/>
        </a:dk1>
        <a:lt1>
          <a:srgbClr val="FFFFFF"/>
        </a:lt1>
        <a:dk2>
          <a:srgbClr val="00B2DE"/>
        </a:dk2>
        <a:lt2>
          <a:srgbClr val="E1AF96"/>
        </a:lt2>
        <a:accent1>
          <a:srgbClr val="AFDEEE"/>
        </a:accent1>
        <a:accent2>
          <a:srgbClr val="A2C08E"/>
        </a:accent2>
        <a:accent3>
          <a:srgbClr val="FFFFFF"/>
        </a:accent3>
        <a:accent4>
          <a:srgbClr val="47474C"/>
        </a:accent4>
        <a:accent5>
          <a:srgbClr val="D4ECF5"/>
        </a:accent5>
        <a:accent6>
          <a:srgbClr val="92AE80"/>
        </a:accent6>
        <a:hlink>
          <a:srgbClr val="AACB2B"/>
        </a:hlink>
        <a:folHlink>
          <a:srgbClr val="E655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4">
        <a:dk1>
          <a:srgbClr val="55555A"/>
        </a:dk1>
        <a:lt1>
          <a:srgbClr val="FFFFFF"/>
        </a:lt1>
        <a:dk2>
          <a:srgbClr val="AC0481"/>
        </a:dk2>
        <a:lt2>
          <a:srgbClr val="E1AF96"/>
        </a:lt2>
        <a:accent1>
          <a:srgbClr val="EA85AF"/>
        </a:accent1>
        <a:accent2>
          <a:srgbClr val="7DC3BE"/>
        </a:accent2>
        <a:accent3>
          <a:srgbClr val="FFFFFF"/>
        </a:accent3>
        <a:accent4>
          <a:srgbClr val="47474C"/>
        </a:accent4>
        <a:accent5>
          <a:srgbClr val="F3C2D4"/>
        </a:accent5>
        <a:accent6>
          <a:srgbClr val="71B0AC"/>
        </a:accent6>
        <a:hlink>
          <a:srgbClr val="5FB46E"/>
        </a:hlink>
        <a:folHlink>
          <a:srgbClr val="87A09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5">
        <a:dk1>
          <a:srgbClr val="55555A"/>
        </a:dk1>
        <a:lt1>
          <a:srgbClr val="FFFFFF"/>
        </a:lt1>
        <a:dk2>
          <a:srgbClr val="C4B200"/>
        </a:dk2>
        <a:lt2>
          <a:srgbClr val="D2D38A"/>
        </a:lt2>
        <a:accent1>
          <a:srgbClr val="EDDD7A"/>
        </a:accent1>
        <a:accent2>
          <a:srgbClr val="CF8C4B"/>
        </a:accent2>
        <a:accent3>
          <a:srgbClr val="FFFFFF"/>
        </a:accent3>
        <a:accent4>
          <a:srgbClr val="47474C"/>
        </a:accent4>
        <a:accent5>
          <a:srgbClr val="F4EBBE"/>
        </a:accent5>
        <a:accent6>
          <a:srgbClr val="BB7E43"/>
        </a:accent6>
        <a:hlink>
          <a:srgbClr val="F5AA00"/>
        </a:hlink>
        <a:folHlink>
          <a:srgbClr val="C6A4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6">
        <a:dk1>
          <a:srgbClr val="55555A"/>
        </a:dk1>
        <a:lt1>
          <a:srgbClr val="FFFFFF"/>
        </a:lt1>
        <a:dk2>
          <a:srgbClr val="54AA28"/>
        </a:dk2>
        <a:lt2>
          <a:srgbClr val="C1DEC0"/>
        </a:lt2>
        <a:accent1>
          <a:srgbClr val="CBDA90"/>
        </a:accent1>
        <a:accent2>
          <a:srgbClr val="E64B4B"/>
        </a:accent2>
        <a:accent3>
          <a:srgbClr val="FFFFFF"/>
        </a:accent3>
        <a:accent4>
          <a:srgbClr val="47474C"/>
        </a:accent4>
        <a:accent5>
          <a:srgbClr val="E2EAC6"/>
        </a:accent5>
        <a:accent6>
          <a:srgbClr val="D04343"/>
        </a:accent6>
        <a:hlink>
          <a:srgbClr val="BFBFAF"/>
        </a:hlink>
        <a:folHlink>
          <a:srgbClr val="6A9A6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7">
        <a:dk1>
          <a:srgbClr val="55555A"/>
        </a:dk1>
        <a:lt1>
          <a:srgbClr val="FFFFFF"/>
        </a:lt1>
        <a:dk2>
          <a:srgbClr val="999B9D"/>
        </a:dk2>
        <a:lt2>
          <a:srgbClr val="BFD7CE"/>
        </a:lt2>
        <a:accent1>
          <a:srgbClr val="BEBCBD"/>
        </a:accent1>
        <a:accent2>
          <a:srgbClr val="E1784B"/>
        </a:accent2>
        <a:accent3>
          <a:srgbClr val="FFFFFF"/>
        </a:accent3>
        <a:accent4>
          <a:srgbClr val="47474C"/>
        </a:accent4>
        <a:accent5>
          <a:srgbClr val="DBDADB"/>
        </a:accent5>
        <a:accent6>
          <a:srgbClr val="CC6C43"/>
        </a:accent6>
        <a:hlink>
          <a:srgbClr val="A9A8BF"/>
        </a:hlink>
        <a:folHlink>
          <a:srgbClr val="ACC2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8">
        <a:dk1>
          <a:srgbClr val="55555A"/>
        </a:dk1>
        <a:lt1>
          <a:srgbClr val="FFFFFF"/>
        </a:lt1>
        <a:dk2>
          <a:srgbClr val="00B2DE"/>
        </a:dk2>
        <a:lt2>
          <a:srgbClr val="C9CFA1"/>
        </a:lt2>
        <a:accent1>
          <a:srgbClr val="AFDEEE"/>
        </a:accent1>
        <a:accent2>
          <a:srgbClr val="AACB2B"/>
        </a:accent2>
        <a:accent3>
          <a:srgbClr val="FFFFFF"/>
        </a:accent3>
        <a:accent4>
          <a:srgbClr val="47474C"/>
        </a:accent4>
        <a:accent5>
          <a:srgbClr val="D4ECF5"/>
        </a:accent5>
        <a:accent6>
          <a:srgbClr val="9AB826"/>
        </a:accent6>
        <a:hlink>
          <a:srgbClr val="A1B5C9"/>
        </a:hlink>
        <a:folHlink>
          <a:srgbClr val="4491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re &amp; Fin Filet 9">
        <a:dk1>
          <a:srgbClr val="55555A"/>
        </a:dk1>
        <a:lt1>
          <a:srgbClr val="FFFFFF"/>
        </a:lt1>
        <a:dk2>
          <a:srgbClr val="00B2DE"/>
        </a:dk2>
        <a:lt2>
          <a:srgbClr val="C9CFA1"/>
        </a:lt2>
        <a:accent1>
          <a:srgbClr val="AFDEEE"/>
        </a:accent1>
        <a:accent2>
          <a:srgbClr val="B2C400"/>
        </a:accent2>
        <a:accent3>
          <a:srgbClr val="FFFFFF"/>
        </a:accent3>
        <a:accent4>
          <a:srgbClr val="47474C"/>
        </a:accent4>
        <a:accent5>
          <a:srgbClr val="D4ECF5"/>
        </a:accent5>
        <a:accent6>
          <a:srgbClr val="A1B100"/>
        </a:accent6>
        <a:hlink>
          <a:srgbClr val="A1B5C9"/>
        </a:hlink>
        <a:folHlink>
          <a:srgbClr val="4491A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2.xml><?xml version="1.0" encoding="utf-8"?>
<a:theme xmlns:a="http://schemas.openxmlformats.org/drawingml/2006/main" name="1_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4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theme_cahors_v1.pot</Template>
  <TotalTime>4804</TotalTime>
  <Words>6815</Words>
  <Application>Microsoft Macintosh PowerPoint</Application>
  <PresentationFormat>Affichage à l'écran (4:3)</PresentationFormat>
  <Paragraphs>1212</Paragraphs>
  <Slides>94</Slides>
  <Notes>72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12</vt:i4>
      </vt:variant>
      <vt:variant>
        <vt:lpstr>Titres des diapositives</vt:lpstr>
      </vt:variant>
      <vt:variant>
        <vt:i4>94</vt:i4>
      </vt:variant>
    </vt:vector>
  </HeadingPairs>
  <TitlesOfParts>
    <vt:vector size="111" baseType="lpstr">
      <vt:lpstr>Arial</vt:lpstr>
      <vt:lpstr>Calibri</vt:lpstr>
      <vt:lpstr>Calibri Light</vt:lpstr>
      <vt:lpstr>Menlo</vt:lpstr>
      <vt:lpstr>Wingdings 2</vt:lpstr>
      <vt:lpstr>theme_cahors_v1</vt:lpstr>
      <vt:lpstr>2_Titre &amp; Fin Filet</vt:lpstr>
      <vt:lpstr>3_Titre &amp; Fin Filet</vt:lpstr>
      <vt:lpstr>4_Titre &amp; Fin Filet</vt:lpstr>
      <vt:lpstr>5_Titre &amp; Fin Filet</vt:lpstr>
      <vt:lpstr>Cahors_1</vt:lpstr>
      <vt:lpstr>6_Titre &amp; Fin Filet</vt:lpstr>
      <vt:lpstr>7_Titre &amp; Fin Filet</vt:lpstr>
      <vt:lpstr>8_Titre &amp; Fin Filet</vt:lpstr>
      <vt:lpstr>9_Titre &amp; Fin Filet</vt:lpstr>
      <vt:lpstr>Thème Office</vt:lpstr>
      <vt:lpstr>1_Thème Office</vt:lpstr>
      <vt:lpstr>Présentation PowerPoint</vt:lpstr>
      <vt:lpstr>Présentation PowerPoint</vt:lpstr>
      <vt:lpstr>Présentation PowerPoint</vt:lpstr>
      <vt:lpstr>Présentation PowerPoint</vt:lpstr>
      <vt:lpstr>WHY PYTHON?</vt:lpstr>
      <vt:lpstr>Présentation PowerPoint</vt:lpstr>
      <vt:lpstr>Présentation PowerPoint</vt:lpstr>
      <vt:lpstr>WHY DATA SCIENCE?</vt:lpstr>
      <vt:lpstr>Présentation PowerPoint</vt:lpstr>
      <vt:lpstr>BASIC PROGRAMMING</vt:lpstr>
      <vt:lpstr>Let’s practice</vt:lpstr>
      <vt:lpstr>Présentation PowerPoint</vt:lpstr>
      <vt:lpstr>Présentation PowerPoint</vt:lpstr>
      <vt:lpstr>Présentation PowerPoint</vt:lpstr>
      <vt:lpstr>Let’s practice</vt:lpstr>
      <vt:lpstr>Présentation PowerPoint</vt:lpstr>
      <vt:lpstr>Présentation PowerPoint</vt:lpstr>
      <vt:lpstr>Présentation PowerPoint</vt:lpstr>
      <vt:lpstr>Présentation PowerPoint</vt:lpstr>
      <vt:lpstr>Let’s practice</vt:lpstr>
      <vt:lpstr>Présentation PowerPoint</vt:lpstr>
      <vt:lpstr>Présentation PowerPoint</vt:lpstr>
      <vt:lpstr>Let’s practice</vt:lpstr>
      <vt:lpstr>Présentation PowerPoint</vt:lpstr>
      <vt:lpstr>Présentation PowerPoint</vt:lpstr>
      <vt:lpstr>Présentation PowerPoint</vt:lpstr>
      <vt:lpstr>Présentation PowerPoint</vt:lpstr>
      <vt:lpstr>Let’s practice</vt:lpstr>
      <vt:lpstr>Présentation PowerPoint</vt:lpstr>
      <vt:lpstr>Présentation PowerPoint</vt:lpstr>
      <vt:lpstr>Présentation PowerPoint</vt:lpstr>
      <vt:lpstr>Let’s practice</vt:lpstr>
      <vt:lpstr>DATA VISUALIZATION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Let’s practice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Let’s practice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Let’s practice</vt:lpstr>
      <vt:lpstr>Présentation PowerPoint</vt:lpstr>
      <vt:lpstr>Présentation PowerPoint</vt:lpstr>
      <vt:lpstr>Présentation PowerPoint</vt:lpstr>
      <vt:lpstr>Présentation PowerPoint</vt:lpstr>
      <vt:lpstr>Let’s practice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Let’s practice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Let’s practice</vt:lpstr>
      <vt:lpstr>WRITE YOUR OWN FUNCTION</vt:lpstr>
      <vt:lpstr>Présentation PowerPoint</vt:lpstr>
      <vt:lpstr>Présentation PowerPoint</vt:lpstr>
      <vt:lpstr>Présentation PowerPoint</vt:lpstr>
      <vt:lpstr>Présentation PowerPoint</vt:lpstr>
      <vt:lpstr>Let’s practice</vt:lpstr>
      <vt:lpstr>END COURSE EVALUATION</vt:lpstr>
      <vt:lpstr>Présentation PowerPoint</vt:lpstr>
      <vt:lpstr>Présentation PowerPoint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Cahors</dc:title>
  <dc:creator>nicolas vannson</dc:creator>
  <cp:lastModifiedBy>Nicolas Vannson</cp:lastModifiedBy>
  <cp:revision>1049</cp:revision>
  <dcterms:created xsi:type="dcterms:W3CDTF">2018-08-29T10:11:37Z</dcterms:created>
  <dcterms:modified xsi:type="dcterms:W3CDTF">2026-10-14T08:59:55Z</dcterms:modified>
</cp:coreProperties>
</file>